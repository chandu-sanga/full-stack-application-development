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59" r:id="rId6"/>
    <p:sldId id="261" r:id="rId7"/>
    <p:sldId id="262" r:id="rId8"/>
    <p:sldId id="263" r:id="rId9"/>
    <p:sldId id="264" r:id="rId10"/>
    <p:sldId id="269" r:id="rId11"/>
    <p:sldId id="266" r:id="rId12"/>
    <p:sldId id="268" r:id="rId13"/>
    <p:sldId id="274" r:id="rId14"/>
    <p:sldId id="273"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CEDBD-BDC5-46B3-AA7B-BA93F0A462A7}" v="8" dt="2026-05-05T15:42:21.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45" d="100"/>
          <a:sy n="45" d="100"/>
        </p:scale>
        <p:origin x="640"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84488"/>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G.SaiRam</a:t>
            </a:r>
            <a:r>
              <a:rPr lang="en-US" sz="3000" dirty="0">
                <a:latin typeface="Cambria" panose="02040503050406030204" pitchFamily="18" charset="0"/>
                <a:ea typeface="Cambria" panose="02040503050406030204" pitchFamily="18" charset="0"/>
              </a:rPr>
              <a:t> – VTU25501 – 23UECS0737.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a:t>
            </a:r>
            <a:r>
              <a:rPr kumimoji="0" lang="en-US" altLang="en-US" sz="3600" b="0" i="0" u="none" strike="noStrike" cap="none" normalizeH="0" baseline="0" dirty="0" err="1">
                <a:ln>
                  <a:noFill/>
                </a:ln>
                <a:solidFill>
                  <a:schemeClr val="tx1"/>
                </a:solidFill>
                <a:effectLst/>
                <a:latin typeface="Arial" panose="020B0604020202020204" pitchFamily="34" charset="0"/>
              </a:rPr>
              <a:t>MySql</a:t>
            </a:r>
            <a:r>
              <a:rPr lang="en-US" altLang="en-US" sz="3600" dirty="0">
                <a:latin typeface="Arial" panose="020B0604020202020204" pitchFamily="34" charset="0"/>
              </a:rPr>
              <a:t> </a:t>
            </a:r>
            <a:r>
              <a:rPr lang="en-US" altLang="en-US" sz="3600" dirty="0" err="1">
                <a:latin typeface="Arial" panose="020B0604020202020204" pitchFamily="34" charset="0"/>
              </a:rPr>
              <a:t>Database</a:t>
            </a:r>
            <a:r>
              <a:rPr kumimoji="0" lang="en-US" altLang="en-US" sz="3600" b="0" i="0" u="none" strike="noStrike" cap="none" normalizeH="0" baseline="0" dirty="0" err="1">
                <a:ln>
                  <a:noFill/>
                </a:ln>
                <a:solidFill>
                  <a:schemeClr val="tx1"/>
                </a:solidFill>
                <a:effectLst/>
                <a:latin typeface="Arial" panose="020B0604020202020204" pitchFamily="34" charset="0"/>
              </a:rPr>
              <a:t>for</a:t>
            </a:r>
            <a:r>
              <a:rPr kumimoji="0" lang="en-US" altLang="en-US" sz="3600" b="0" i="0" u="none" strike="noStrike" cap="none" normalizeH="0" baseline="0" dirty="0">
                <a:ln>
                  <a:noFill/>
                </a:ln>
                <a:solidFill>
                  <a:schemeClr val="tx1"/>
                </a:solidFill>
                <a:effectLst/>
                <a:latin typeface="Arial" panose="020B0604020202020204" pitchFamily="34" charset="0"/>
              </a:rPr>
              <a:t>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793167" y="2117811"/>
            <a:ext cx="19275947"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illustrates a software architecture diagram, showcasing the integration of a React-based frontend with a Spring Boot backend, featuring components such as REST APIs, user interfaces, state management, business logic, services, and a MySQL database for data storage.&#10;&#10;AI-generated content may be incorrect.">
            <a:extLst>
              <a:ext uri="{FF2B5EF4-FFF2-40B4-BE49-F238E27FC236}">
                <a16:creationId xmlns:a16="http://schemas.microsoft.com/office/drawing/2014/main" id="{068C2F7F-9BF5-C32F-E5A9-141705922AA3}"/>
              </a:ext>
            </a:extLst>
          </p:cNvPr>
          <p:cNvPicPr>
            <a:picLocks noChangeAspect="1"/>
          </p:cNvPicPr>
          <p:nvPr/>
        </p:nvPicPr>
        <p:blipFill>
          <a:blip r:embed="rId3"/>
          <a:stretch>
            <a:fillRect/>
          </a:stretch>
        </p:blipFill>
        <p:spPr>
          <a:xfrm>
            <a:off x="4419600" y="1373626"/>
            <a:ext cx="9982200" cy="81513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a:t>
            </a:r>
            <a:r>
              <a:rPr lang="en-US" altLang="en-US" sz="2800" dirty="0">
                <a:latin typeface="Arial" panose="020B0604020202020204" pitchFamily="34" charset="0"/>
              </a:rPr>
              <a:t> </a:t>
            </a:r>
            <a:r>
              <a:rPr lang="en-US" altLang="en-US" sz="2800" dirty="0" err="1">
                <a:latin typeface="Arial" panose="020B0604020202020204" pitchFamily="34" charset="0"/>
              </a:rPr>
              <a:t>MySql</a:t>
            </a:r>
            <a:r>
              <a:rPr lang="en-US" altLang="en-US" sz="2800" dirty="0">
                <a:latin typeface="Arial" panose="020B0604020202020204" pitchFamily="34" charset="0"/>
              </a:rPr>
              <a:t> Database</a:t>
            </a:r>
            <a:endParaRPr lang="en-US" sz="2800" dirty="0"/>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a:t>
            </a:r>
            <a:r>
              <a:rPr lang="en-IN" sz="2800" dirty="0" err="1"/>
              <a:t>MySql</a:t>
            </a:r>
            <a:r>
              <a:rPr lang="en-IN" sz="2800" dirty="0"/>
              <a:t> </a:t>
            </a:r>
            <a:r>
              <a:rPr lang="en-IN" sz="2800" dirty="0" err="1"/>
              <a:t>DataBase</a:t>
            </a:r>
            <a:r>
              <a:rPr lang="en-IN" sz="2800" dirty="0"/>
              <a:t>.</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Smart Campus login page with options to manage events, including workshops, seminars, and cultural events, along with a QR ticket registration option.&#10;&#10;AI-generated content may be incorrect.">
            <a:extLst>
              <a:ext uri="{FF2B5EF4-FFF2-40B4-BE49-F238E27FC236}">
                <a16:creationId xmlns:a16="http://schemas.microsoft.com/office/drawing/2014/main" id="{5B3972BC-1619-DB41-4A6F-D23F1BF13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626" y="2169384"/>
            <a:ext cx="14688813" cy="771549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9" name="Picture 38" descr="The image is a webpage layout for a Campus Events page, featuring an event management system for scheduling workshops, seminars, and cultural events on campus.&#10;&#10;AI-generated content may be incorrect.">
            <a:extLst>
              <a:ext uri="{FF2B5EF4-FFF2-40B4-BE49-F238E27FC236}">
                <a16:creationId xmlns:a16="http://schemas.microsoft.com/office/drawing/2014/main" id="{7818A3FC-778D-AA31-D817-8FC78BC5B98B}"/>
              </a:ext>
            </a:extLst>
          </p:cNvPr>
          <p:cNvPicPr>
            <a:picLocks noChangeAspect="1"/>
          </p:cNvPicPr>
          <p:nvPr/>
        </p:nvPicPr>
        <p:blipFill>
          <a:blip r:embed="rId3"/>
          <a:stretch>
            <a:fillRect/>
          </a:stretch>
        </p:blipFill>
        <p:spPr>
          <a:xfrm>
            <a:off x="2295509" y="1930620"/>
            <a:ext cx="15003127" cy="792317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campus event calendar, featuring upcoming and past events, workshops, and technical sessions, including cultural nights, tech festivals, and hands-on workshops on topics like circuit design and Spring Boot programming.&#10;&#10;AI-generated content may be incorrect.">
            <a:extLst>
              <a:ext uri="{FF2B5EF4-FFF2-40B4-BE49-F238E27FC236}">
                <a16:creationId xmlns:a16="http://schemas.microsoft.com/office/drawing/2014/main" id="{EBEA20D4-7154-A99B-A734-B8F5B8039884}"/>
              </a:ext>
            </a:extLst>
          </p:cNvPr>
          <p:cNvPicPr>
            <a:picLocks noChangeAspect="1"/>
          </p:cNvPicPr>
          <p:nvPr/>
        </p:nvPicPr>
        <p:blipFill>
          <a:blip r:embed="rId3"/>
          <a:stretch>
            <a:fillRect/>
          </a:stretch>
        </p:blipFill>
        <p:spPr>
          <a:xfrm>
            <a:off x="2395171" y="1638300"/>
            <a:ext cx="14236947" cy="741244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FDE7-E5F9-0572-06BC-906871658AE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B927782-7826-FD9A-5081-16A759B27D1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2BCA8A6-3F99-1781-035C-9D0B5E90AD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3C176BCB-6BDD-21E1-7755-4F51345EC11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AA164B6-9F3D-562A-B30D-8DEC44FA6B7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D377175-9420-A9ED-5B11-D2FA05D883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1466B8BF-767B-1CAA-C933-0CBCCD7F4A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E51DD19-14F4-ED91-8726-0E7886D106A0}"/>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289CE4E-8A9B-FD34-90ED-FF508E3B3C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0B1E36BB-1084-2CF8-66FE-E7EF61104B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88BC1AD-FF8C-4A43-2382-44E208F1B87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E98C425D-5EB4-FB3C-CFF8-7536D75382B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EBAE64A8-4B32-1376-1B72-7C9E1490897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F31FA3EF-E21D-0683-CC3B-B9472AB6E90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22578D7-ABD0-E001-E21F-3B5E6C91F7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C372DC7C-3DF6-CE29-CF8E-4EFF45942C6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F28E5B1-7920-63C6-091F-0353834542FF}"/>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67CF8EC-CA60-BBF1-F5FA-41DECE6B96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9B26FBCD-2DCC-94AE-4A5C-BE90414097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BD0E081D-9AA3-5568-3331-5BC97DF171D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D1B764C-CB42-EE25-001E-76CD1D57C7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12CE94B9-095F-51DE-E944-16CEA695B6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8157FE65-BFDA-754B-1816-63AF59AD57E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B49E5082-AF35-AD8C-3EFF-E362E8CBF1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BD332E7-0683-E9B9-EE4E-98C7940960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87F15DB-A67E-7ABA-FBD7-DE3C1DD9283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87DA79F-0B9C-2009-B970-AC53C974AF6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F784A015-0F6A-08B9-18E2-CC261FA182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62BC84D-0AC3-5496-1E0A-CAA937441D1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33FF6009-729E-013B-5842-C4CE8E1E668C}"/>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4735107-596D-A9DF-E727-2EC5C75E1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AA4B7E9-F14F-7F72-48BD-97B68E885D53}"/>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7054A41C-BA6D-4703-FB4D-C5E7EA92601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2EFF502-800E-66CF-B603-E4433C3F2EBB}"/>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n admin login page for a campus event management system, featuring fields for username, password, and various administrative options.&#10;&#10;AI-generated content may be incorrect.">
            <a:extLst>
              <a:ext uri="{FF2B5EF4-FFF2-40B4-BE49-F238E27FC236}">
                <a16:creationId xmlns:a16="http://schemas.microsoft.com/office/drawing/2014/main" id="{82E2E7B9-ECA0-5F2C-64A5-FDFD91AF6C1B}"/>
              </a:ext>
            </a:extLst>
          </p:cNvPr>
          <p:cNvPicPr>
            <a:picLocks noChangeAspect="1"/>
          </p:cNvPicPr>
          <p:nvPr/>
        </p:nvPicPr>
        <p:blipFill>
          <a:blip r:embed="rId3"/>
          <a:stretch>
            <a:fillRect/>
          </a:stretch>
        </p:blipFill>
        <p:spPr>
          <a:xfrm>
            <a:off x="2680849" y="1729573"/>
            <a:ext cx="14018773" cy="7342469"/>
          </a:xfrm>
          <a:prstGeom prst="rect">
            <a:avLst/>
          </a:prstGeom>
        </p:spPr>
      </p:pic>
    </p:spTree>
    <p:extLst>
      <p:ext uri="{BB962C8B-B14F-4D97-AF65-F5344CB8AC3E}">
        <p14:creationId xmlns:p14="http://schemas.microsoft.com/office/powerpoint/2010/main" val="2739064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56B7E-F417-A80E-6D64-FB7ACE4E3D7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FEA7DA2-6A04-FFAE-3333-70B04C5FBC67}"/>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469A9E35-B024-5FD7-4A1B-70AF68BA0B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FDA76147-9368-097A-1907-A1E88948963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31F147D-768B-EEDF-CCA2-614528A881E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239F28A-73E3-11E9-5609-26E53EA93DB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5C88554F-7BA8-3610-926E-118C126ECBB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58671484-1DD4-7B4D-56AE-98A0ABEEAE4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1BC848D-D16A-914E-4FFD-A50AB957B31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04F4C414-22D7-FF77-6BD0-62AC6FB0E0D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FB7AB9AC-16D5-4245-4C94-A7CBF2EDB6F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98CD48F-1BF1-854B-2E91-0C94BF316A5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C5A01686-95C9-E920-C9B7-E101A2B7616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87FA42-E771-67C8-71D6-39A34B6ADB5F}"/>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85BEB6F-7781-C90F-56C0-44AE4EE058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0DA8EACE-4304-E9C2-B378-C72ECFB672F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BBD0902A-CD4B-7698-23FF-59DD4C782D5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9E7EFF76-8F41-6941-5566-CE01A58C7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ADDB5745-48A6-7F26-83F0-C76CE85F24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B25927E-4393-EB6A-62C7-C8E94CEB9D4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D4A9D738-CB80-DF85-BAB5-487B994A3C0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5B2016BC-2FBE-9D15-2638-AC656C4829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1C8FF0A-A151-DECE-9FCD-A8C7BD9292B8}"/>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7378EC3C-466A-0989-74A9-ABCC66ED67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FB7697F3-318D-E096-5F49-9100BF6A6AC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5D58F5B-7ED6-5C1D-3C9C-F96DDA60E5A2}"/>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02844B8-A6ED-CB93-9FE4-9F02E0C9BA4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50118BD7-CD5B-7654-D4BD-8A483CD10C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BA064837-28D5-E5EF-D84B-2CFE098C23CB}"/>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4A29D0-01B0-26D6-49A8-236086F11DA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6991C-8D81-2F8C-5923-122A8E816D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F0C4BBA-F77E-68D4-9BBA-2AB8CCBA57F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E63F1BFE-0F6E-2951-01B9-0F0F9CE1D85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F0F61E78-E470-3548-577F-43E22470AE5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descr="The image displays an admin dashboard for an events management system, featuring a list of upcoming events, including workshops, seminars, and a cultural night, with details such as date, time, type, and seat availability.&#10;&#10;AI-generated content may be incorrect.">
            <a:extLst>
              <a:ext uri="{FF2B5EF4-FFF2-40B4-BE49-F238E27FC236}">
                <a16:creationId xmlns:a16="http://schemas.microsoft.com/office/drawing/2014/main" id="{A0B21AE4-0AE4-F8E4-AD0D-9160EF2D6B9D}"/>
              </a:ext>
            </a:extLst>
          </p:cNvPr>
          <p:cNvPicPr>
            <a:picLocks noChangeAspect="1"/>
          </p:cNvPicPr>
          <p:nvPr/>
        </p:nvPicPr>
        <p:blipFill>
          <a:blip r:embed="rId3"/>
          <a:stretch>
            <a:fillRect/>
          </a:stretch>
        </p:blipFill>
        <p:spPr>
          <a:xfrm>
            <a:off x="2338651" y="1527131"/>
            <a:ext cx="14447709" cy="7649238"/>
          </a:xfrm>
          <a:prstGeom prst="rect">
            <a:avLst/>
          </a:prstGeom>
        </p:spPr>
      </p:pic>
    </p:spTree>
    <p:extLst>
      <p:ext uri="{BB962C8B-B14F-4D97-AF65-F5344CB8AC3E}">
        <p14:creationId xmlns:p14="http://schemas.microsoft.com/office/powerpoint/2010/main" val="4108897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540526"/>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a:t>
            </a:r>
            <a:r>
              <a:rPr lang="en-US" altLang="en-US" sz="2800" dirty="0" err="1">
                <a:latin typeface="Arial" panose="020B0604020202020204" pitchFamily="34" charset="0"/>
              </a:rPr>
              <a:t>MySql</a:t>
            </a:r>
            <a:r>
              <a:rPr lang="en-US" altLang="en-US" sz="2800" dirty="0">
                <a:latin typeface="Arial" panose="020B0604020202020204" pitchFamily="34" charset="0"/>
              </a:rPr>
              <a:t> </a:t>
            </a:r>
            <a:r>
              <a:rPr lang="en-US" sz="2800" dirty="0"/>
              <a:t>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TotalTime>
  <Words>832</Words>
  <Application>Microsoft Office PowerPoint</Application>
  <PresentationFormat>Custom</PresentationFormat>
  <Paragraphs>348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Bookman Old Style</vt:lpstr>
      <vt:lpstr>Calibri</vt:lpstr>
      <vt:lpstr>Gotham</vt:lpstr>
      <vt:lpstr>Cambria</vt:lpstr>
      <vt:lpstr>Arial</vt:lpstr>
      <vt:lpstr>Gotham Bold Italics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sairam gurram</cp:lastModifiedBy>
  <cp:revision>17</cp:revision>
  <dcterms:created xsi:type="dcterms:W3CDTF">2006-08-16T00:00:00Z</dcterms:created>
  <dcterms:modified xsi:type="dcterms:W3CDTF">2026-05-05T15:43:30Z</dcterms:modified>
  <dc:identifier>DAHCaYqJ9OU</dc:identifier>
</cp:coreProperties>
</file>