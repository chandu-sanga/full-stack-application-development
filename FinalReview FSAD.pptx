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8288000" cy="10287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91" name="Shape 91"/>
          <p:cNvSpPr/>
          <p:nvPr>
            <p:ph type="sldImg"/>
          </p:nvPr>
        </p:nvSpPr>
        <p:spPr>
          <a:xfrm>
            <a:off x="1143000" y="685800"/>
            <a:ext cx="4572000" cy="3429000"/>
          </a:xfrm>
          <a:prstGeom prst="rect">
            <a:avLst/>
          </a:prstGeom>
        </p:spPr>
        <p:txBody>
          <a:bodyPr/>
          <a:lstStyle/>
          <a:p>
            <a:pPr/>
          </a:p>
        </p:txBody>
      </p:sp>
      <p:sp>
        <p:nvSpPr>
          <p:cNvPr id="92" name="Shape 92"/>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1" name="Title Text"/>
          <p:cNvSpPr txBox="1"/>
          <p:nvPr>
            <p:ph type="title"/>
          </p:nvPr>
        </p:nvSpPr>
        <p:spPr>
          <a:xfrm>
            <a:off x="685800" y="2130425"/>
            <a:ext cx="7772400" cy="1470025"/>
          </a:xfrm>
          <a:prstGeom prst="rect">
            <a:avLst/>
          </a:prstGeom>
        </p:spPr>
        <p:txBody>
          <a:bodyPr/>
          <a:lstStyle/>
          <a:p>
            <a:pPr/>
            <a:r>
              <a:t>Title Text</a:t>
            </a:r>
          </a:p>
        </p:txBody>
      </p:sp>
      <p:sp>
        <p:nvSpPr>
          <p:cNvPr id="12" name="Body Level One…"/>
          <p:cNvSpPr txBox="1"/>
          <p:nvPr>
            <p:ph type="body" sz="quarter" idx="1"/>
          </p:nvPr>
        </p:nvSpPr>
        <p:spPr>
          <a:xfrm>
            <a:off x="1371600" y="3886200"/>
            <a:ext cx="6400800" cy="1752600"/>
          </a:xfrm>
          <a:prstGeom prst="rect">
            <a:avLst/>
          </a:prstGeom>
        </p:spPr>
        <p:txBody>
          <a:bodyPr/>
          <a:lstStyle>
            <a:lvl1pPr marL="0" indent="0" algn="ctr">
              <a:buSzTx/>
              <a:buFontTx/>
              <a:buNone/>
              <a:defRPr>
                <a:solidFill>
                  <a:srgbClr val="888888"/>
                </a:solidFill>
              </a:defRPr>
            </a:lvl1pPr>
            <a:lvl2pPr marL="0" indent="457200" algn="ctr">
              <a:buSzTx/>
              <a:buFontTx/>
              <a:buNone/>
              <a:defRPr>
                <a:solidFill>
                  <a:srgbClr val="888888"/>
                </a:solidFill>
              </a:defRPr>
            </a:lvl2pPr>
            <a:lvl3pPr marL="0" indent="914400" algn="ctr">
              <a:buSzTx/>
              <a:buFontTx/>
              <a:buNone/>
              <a:defRPr>
                <a:solidFill>
                  <a:srgbClr val="888888"/>
                </a:solidFill>
              </a:defRPr>
            </a:lvl3pPr>
            <a:lvl4pPr marL="0" indent="1371600" algn="ctr">
              <a:buSzTx/>
              <a:buFontTx/>
              <a:buNone/>
              <a:defRPr>
                <a:solidFill>
                  <a:srgbClr val="888888"/>
                </a:solidFill>
              </a:defRPr>
            </a:lvl4pPr>
            <a:lvl5pPr marL="0" indent="1828800" algn="ctr">
              <a:buSzTx/>
              <a:buFontTx/>
              <a:buNone/>
              <a:defRPr>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0" name="Title Text"/>
          <p:cNvSpPr txBox="1"/>
          <p:nvPr>
            <p:ph type="title"/>
          </p:nvPr>
        </p:nvSpPr>
        <p:spPr>
          <a:xfrm>
            <a:off x="457200" y="274638"/>
            <a:ext cx="8229600" cy="1143001"/>
          </a:xfrm>
          <a:prstGeom prst="rect">
            <a:avLst/>
          </a:prstGeom>
        </p:spPr>
        <p:txBody>
          <a:bodyPr/>
          <a:lstStyle/>
          <a:p>
            <a:pPr/>
            <a:r>
              <a:t>Title Text</a:t>
            </a:r>
          </a:p>
        </p:txBody>
      </p:sp>
      <p:sp>
        <p:nvSpPr>
          <p:cNvPr id="21" name="Body Level One…"/>
          <p:cNvSpPr txBox="1"/>
          <p:nvPr>
            <p:ph type="body" sz="quarter" idx="1"/>
          </p:nvPr>
        </p:nvSpPr>
        <p:spPr>
          <a:xfrm>
            <a:off x="457200" y="1600200"/>
            <a:ext cx="8229600" cy="452596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29" name="Title Text"/>
          <p:cNvSpPr txBox="1"/>
          <p:nvPr>
            <p:ph type="title"/>
          </p:nvPr>
        </p:nvSpPr>
        <p:spPr>
          <a:xfrm>
            <a:off x="722312" y="4406900"/>
            <a:ext cx="7772401" cy="1362075"/>
          </a:xfrm>
          <a:prstGeom prst="rect">
            <a:avLst/>
          </a:prstGeom>
        </p:spPr>
        <p:txBody>
          <a:bodyPr anchor="t"/>
          <a:lstStyle>
            <a:lvl1pPr algn="l">
              <a:defRPr b="1" cap="all" sz="4000"/>
            </a:lvl1pPr>
          </a:lstStyle>
          <a:p>
            <a:pPr/>
            <a:r>
              <a:t>Title Text</a:t>
            </a:r>
          </a:p>
        </p:txBody>
      </p:sp>
      <p:sp>
        <p:nvSpPr>
          <p:cNvPr id="30" name="Body Level One…"/>
          <p:cNvSpPr txBox="1"/>
          <p:nvPr>
            <p:ph type="body" sz="quarter" idx="1"/>
          </p:nvPr>
        </p:nvSpPr>
        <p:spPr>
          <a:xfrm>
            <a:off x="722312" y="2906713"/>
            <a:ext cx="7772401" cy="1500188"/>
          </a:xfrm>
          <a:prstGeom prst="rect">
            <a:avLst/>
          </a:prstGeom>
        </p:spPr>
        <p:txBody>
          <a:bodyPr anchor="b"/>
          <a:lstStyle>
            <a:lvl1pPr marL="0" indent="0">
              <a:spcBef>
                <a:spcPts val="400"/>
              </a:spcBef>
              <a:buSzTx/>
              <a:buFontTx/>
              <a:buNone/>
              <a:defRPr sz="2000">
                <a:solidFill>
                  <a:srgbClr val="888888"/>
                </a:solidFill>
              </a:defRPr>
            </a:lvl1pPr>
            <a:lvl2pPr marL="0" indent="457200">
              <a:spcBef>
                <a:spcPts val="400"/>
              </a:spcBef>
              <a:buSzTx/>
              <a:buFontTx/>
              <a:buNone/>
              <a:defRPr sz="2000">
                <a:solidFill>
                  <a:srgbClr val="888888"/>
                </a:solidFill>
              </a:defRPr>
            </a:lvl2pPr>
            <a:lvl3pPr marL="0" indent="914400">
              <a:spcBef>
                <a:spcPts val="400"/>
              </a:spcBef>
              <a:buSzTx/>
              <a:buFontTx/>
              <a:buNone/>
              <a:defRPr sz="2000">
                <a:solidFill>
                  <a:srgbClr val="888888"/>
                </a:solidFill>
              </a:defRPr>
            </a:lvl3pPr>
            <a:lvl4pPr marL="0" indent="1371600">
              <a:spcBef>
                <a:spcPts val="400"/>
              </a:spcBef>
              <a:buSzTx/>
              <a:buFontTx/>
              <a:buNone/>
              <a:defRPr sz="2000">
                <a:solidFill>
                  <a:srgbClr val="888888"/>
                </a:solidFill>
              </a:defRPr>
            </a:lvl4pPr>
            <a:lvl5pPr marL="0" indent="1828800">
              <a:spcBef>
                <a:spcPts val="400"/>
              </a:spcBef>
              <a:buSzTx/>
              <a:buFontTx/>
              <a:buNone/>
              <a:defRPr sz="20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38" name="Title Text"/>
          <p:cNvSpPr txBox="1"/>
          <p:nvPr>
            <p:ph type="title"/>
          </p:nvPr>
        </p:nvSpPr>
        <p:spPr>
          <a:xfrm>
            <a:off x="457200" y="274638"/>
            <a:ext cx="8229600" cy="1143001"/>
          </a:xfrm>
          <a:prstGeom prst="rect">
            <a:avLst/>
          </a:prstGeom>
        </p:spPr>
        <p:txBody>
          <a:bodyPr/>
          <a:lstStyle/>
          <a:p>
            <a:pPr/>
            <a:r>
              <a:t>Title Text</a:t>
            </a:r>
          </a:p>
        </p:txBody>
      </p:sp>
      <p:sp>
        <p:nvSpPr>
          <p:cNvPr id="39" name="Body Level One…"/>
          <p:cNvSpPr txBox="1"/>
          <p:nvPr>
            <p:ph type="body" sz="quarter" idx="1"/>
          </p:nvPr>
        </p:nvSpPr>
        <p:spPr>
          <a:xfrm>
            <a:off x="457200" y="1600200"/>
            <a:ext cx="4038600" cy="4525963"/>
          </a:xfrm>
          <a:prstGeom prst="rect">
            <a:avLst/>
          </a:prstGeom>
        </p:spPr>
        <p:txBody>
          <a:bodyPr/>
          <a:lstStyle>
            <a:lvl1pPr>
              <a:spcBef>
                <a:spcPts val="600"/>
              </a:spcBef>
              <a:defRPr sz="2800"/>
            </a:lvl1pPr>
            <a:lvl2pPr marL="790575" indent="-333375">
              <a:spcBef>
                <a:spcPts val="600"/>
              </a:spcBef>
              <a:defRPr sz="2800"/>
            </a:lvl2pPr>
            <a:lvl3pPr marL="1234439" indent="-320039">
              <a:spcBef>
                <a:spcPts val="600"/>
              </a:spcBef>
              <a:defRPr sz="2800"/>
            </a:lvl3pPr>
            <a:lvl4pPr marL="1727200" indent="-355600">
              <a:spcBef>
                <a:spcPts val="600"/>
              </a:spcBef>
              <a:defRPr sz="2800"/>
            </a:lvl4pPr>
            <a:lvl5pPr marL="2184400" indent="-355600">
              <a:spcBef>
                <a:spcPts val="600"/>
              </a:spcBef>
              <a:defRPr sz="2800"/>
            </a:lvl5pPr>
          </a:lstStyle>
          <a:p>
            <a:pPr/>
            <a:r>
              <a:t>Body Level One</a:t>
            </a:r>
          </a:p>
          <a:p>
            <a:pPr lvl="1"/>
            <a:r>
              <a:t>Body Level Two</a:t>
            </a:r>
          </a:p>
          <a:p>
            <a:pPr lvl="2"/>
            <a:r>
              <a:t>Body Level Three</a:t>
            </a:r>
          </a:p>
          <a:p>
            <a:pPr lvl="3"/>
            <a:r>
              <a:t>Body Level Four</a:t>
            </a:r>
          </a:p>
          <a:p>
            <a:pPr lvl="4"/>
            <a:r>
              <a:t>Body Level Five</a:t>
            </a:r>
          </a:p>
        </p:txBody>
      </p:sp>
      <p:sp>
        <p:nvSpPr>
          <p:cNvPr id="4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47" name="Title Text"/>
          <p:cNvSpPr txBox="1"/>
          <p:nvPr>
            <p:ph type="title"/>
          </p:nvPr>
        </p:nvSpPr>
        <p:spPr>
          <a:xfrm>
            <a:off x="457200" y="274638"/>
            <a:ext cx="8229600" cy="1143001"/>
          </a:xfrm>
          <a:prstGeom prst="rect">
            <a:avLst/>
          </a:prstGeom>
        </p:spPr>
        <p:txBody>
          <a:bodyPr/>
          <a:lstStyle/>
          <a:p>
            <a:pPr/>
            <a:r>
              <a:t>Title Text</a:t>
            </a:r>
          </a:p>
        </p:txBody>
      </p:sp>
      <p:sp>
        <p:nvSpPr>
          <p:cNvPr id="48" name="Body Level One…"/>
          <p:cNvSpPr txBox="1"/>
          <p:nvPr>
            <p:ph type="body" sz="quarter" idx="1"/>
          </p:nvPr>
        </p:nvSpPr>
        <p:spPr>
          <a:xfrm>
            <a:off x="457200" y="1535112"/>
            <a:ext cx="4040188" cy="639763"/>
          </a:xfrm>
          <a:prstGeom prst="rect">
            <a:avLst/>
          </a:prstGeom>
        </p:spPr>
        <p:txBody>
          <a:bodyPr anchor="b"/>
          <a:lstStyle>
            <a:lvl1pPr marL="0" indent="0">
              <a:spcBef>
                <a:spcPts val="500"/>
              </a:spcBef>
              <a:buSzTx/>
              <a:buFontTx/>
              <a:buNone/>
              <a:defRPr b="1" sz="2400"/>
            </a:lvl1pPr>
            <a:lvl2pPr marL="0" indent="457200">
              <a:spcBef>
                <a:spcPts val="500"/>
              </a:spcBef>
              <a:buSzTx/>
              <a:buFontTx/>
              <a:buNone/>
              <a:defRPr b="1" sz="2400"/>
            </a:lvl2pPr>
            <a:lvl3pPr marL="0" indent="914400">
              <a:spcBef>
                <a:spcPts val="500"/>
              </a:spcBef>
              <a:buSzTx/>
              <a:buFontTx/>
              <a:buNone/>
              <a:defRPr b="1" sz="2400"/>
            </a:lvl3pPr>
            <a:lvl4pPr marL="0" indent="1371600">
              <a:spcBef>
                <a:spcPts val="500"/>
              </a:spcBef>
              <a:buSzTx/>
              <a:buFontTx/>
              <a:buNone/>
              <a:defRPr b="1" sz="2400"/>
            </a:lvl4pPr>
            <a:lvl5pPr marL="0" indent="1828800">
              <a:spcBef>
                <a:spcPts val="500"/>
              </a:spcBef>
              <a:buSzTx/>
              <a:buFont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49" name="Text Placeholder 4"/>
          <p:cNvSpPr/>
          <p:nvPr>
            <p:ph type="body" sz="quarter" idx="21"/>
          </p:nvPr>
        </p:nvSpPr>
        <p:spPr>
          <a:xfrm>
            <a:off x="4645025" y="1535112"/>
            <a:ext cx="4041775" cy="639763"/>
          </a:xfrm>
          <a:prstGeom prst="rect">
            <a:avLst/>
          </a:prstGeom>
        </p:spPr>
        <p:txBody>
          <a:bodyPr anchor="b"/>
          <a:lstStyle/>
          <a:p>
            <a:pPr marL="0" indent="0">
              <a:spcBef>
                <a:spcPts val="500"/>
              </a:spcBef>
              <a:buSzTx/>
              <a:buFontTx/>
              <a:buNone/>
              <a:defRPr b="1" sz="2400"/>
            </a:pPr>
          </a:p>
        </p:txBody>
      </p:sp>
      <p:sp>
        <p:nvSpPr>
          <p:cNvPr id="5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57" name="Title Text"/>
          <p:cNvSpPr txBox="1"/>
          <p:nvPr>
            <p:ph type="title"/>
          </p:nvPr>
        </p:nvSpPr>
        <p:spPr>
          <a:xfrm>
            <a:off x="457200" y="274638"/>
            <a:ext cx="8229600" cy="1143001"/>
          </a:xfrm>
          <a:prstGeom prst="rect">
            <a:avLst/>
          </a:prstGeom>
        </p:spPr>
        <p:txBody>
          <a:bodyPr/>
          <a:lstStyle/>
          <a:p>
            <a:pPr/>
            <a:r>
              <a:t>Title Text</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72" name="Title Text"/>
          <p:cNvSpPr txBox="1"/>
          <p:nvPr>
            <p:ph type="title"/>
          </p:nvPr>
        </p:nvSpPr>
        <p:spPr>
          <a:xfrm>
            <a:off x="457200" y="273050"/>
            <a:ext cx="3008314" cy="1162050"/>
          </a:xfrm>
          <a:prstGeom prst="rect">
            <a:avLst/>
          </a:prstGeom>
        </p:spPr>
        <p:txBody>
          <a:bodyPr anchor="b"/>
          <a:lstStyle>
            <a:lvl1pPr algn="l">
              <a:defRPr b="1" sz="2000"/>
            </a:lvl1pPr>
          </a:lstStyle>
          <a:p>
            <a:pPr/>
            <a:r>
              <a:t>Title Text</a:t>
            </a:r>
          </a:p>
        </p:txBody>
      </p:sp>
      <p:sp>
        <p:nvSpPr>
          <p:cNvPr id="73" name="Body Level One…"/>
          <p:cNvSpPr txBox="1"/>
          <p:nvPr>
            <p:ph type="body" sz="quarter" idx="1"/>
          </p:nvPr>
        </p:nvSpPr>
        <p:spPr>
          <a:xfrm>
            <a:off x="3575050" y="273050"/>
            <a:ext cx="5111750" cy="585311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74" name="Text Placeholder 3"/>
          <p:cNvSpPr/>
          <p:nvPr>
            <p:ph type="body" sz="quarter" idx="21"/>
          </p:nvPr>
        </p:nvSpPr>
        <p:spPr>
          <a:xfrm>
            <a:off x="457199" y="1435100"/>
            <a:ext cx="3008315" cy="4691063"/>
          </a:xfrm>
          <a:prstGeom prst="rect">
            <a:avLst/>
          </a:prstGeom>
        </p:spPr>
        <p:txBody>
          <a:bodyPr/>
          <a:lstStyle/>
          <a:p>
            <a:pPr marL="0" indent="0">
              <a:spcBef>
                <a:spcPts val="300"/>
              </a:spcBef>
              <a:buSzTx/>
              <a:buFontTx/>
              <a:buNone/>
              <a:defRPr sz="1400"/>
            </a:pPr>
          </a:p>
        </p:txBody>
      </p:sp>
      <p:sp>
        <p:nvSpPr>
          <p:cNvPr id="7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82" name="Title Text"/>
          <p:cNvSpPr txBox="1"/>
          <p:nvPr>
            <p:ph type="title"/>
          </p:nvPr>
        </p:nvSpPr>
        <p:spPr>
          <a:xfrm>
            <a:off x="1792288" y="4800600"/>
            <a:ext cx="5486401" cy="566738"/>
          </a:xfrm>
          <a:prstGeom prst="rect">
            <a:avLst/>
          </a:prstGeom>
        </p:spPr>
        <p:txBody>
          <a:bodyPr anchor="b"/>
          <a:lstStyle>
            <a:lvl1pPr algn="l">
              <a:defRPr b="1" sz="2000"/>
            </a:lvl1pPr>
          </a:lstStyle>
          <a:p>
            <a:pPr/>
            <a:r>
              <a:t>Title Text</a:t>
            </a:r>
          </a:p>
        </p:txBody>
      </p:sp>
      <p:sp>
        <p:nvSpPr>
          <p:cNvPr id="83" name="Picture Placeholder 2"/>
          <p:cNvSpPr/>
          <p:nvPr>
            <p:ph type="pic" sz="quarter" idx="21"/>
          </p:nvPr>
        </p:nvSpPr>
        <p:spPr>
          <a:xfrm>
            <a:off x="1792288" y="612775"/>
            <a:ext cx="5486401" cy="4114800"/>
          </a:xfrm>
          <a:prstGeom prst="rect">
            <a:avLst/>
          </a:prstGeom>
        </p:spPr>
        <p:txBody>
          <a:bodyPr lIns="91439" rIns="91439">
            <a:noAutofit/>
          </a:bodyPr>
          <a:lstStyle/>
          <a:p>
            <a:pPr/>
          </a:p>
        </p:txBody>
      </p:sp>
      <p:sp>
        <p:nvSpPr>
          <p:cNvPr id="84" name="Body Level One…"/>
          <p:cNvSpPr txBox="1"/>
          <p:nvPr>
            <p:ph type="body" sz="quarter" idx="1"/>
          </p:nvPr>
        </p:nvSpPr>
        <p:spPr>
          <a:xfrm>
            <a:off x="1792288" y="5367337"/>
            <a:ext cx="5486401" cy="804863"/>
          </a:xfrm>
          <a:prstGeom prst="rect">
            <a:avLst/>
          </a:prstGeom>
        </p:spPr>
        <p:txBody>
          <a:bodyPr/>
          <a:lstStyle>
            <a:lvl1pPr marL="0" indent="0">
              <a:spcBef>
                <a:spcPts val="300"/>
              </a:spcBef>
              <a:buSzTx/>
              <a:buFontTx/>
              <a:buNone/>
              <a:defRPr sz="1400"/>
            </a:lvl1pPr>
            <a:lvl2pPr marL="0" indent="457200">
              <a:spcBef>
                <a:spcPts val="300"/>
              </a:spcBef>
              <a:buSzTx/>
              <a:buFontTx/>
              <a:buNone/>
              <a:defRPr sz="1400"/>
            </a:lvl2pPr>
            <a:lvl3pPr marL="0" indent="914400">
              <a:spcBef>
                <a:spcPts val="300"/>
              </a:spcBef>
              <a:buSzTx/>
              <a:buFontTx/>
              <a:buNone/>
              <a:defRPr sz="1400"/>
            </a:lvl3pPr>
            <a:lvl4pPr marL="0" indent="1371600">
              <a:spcBef>
                <a:spcPts val="300"/>
              </a:spcBef>
              <a:buSzTx/>
              <a:buFontTx/>
              <a:buNone/>
              <a:defRPr sz="1400"/>
            </a:lvl4pPr>
            <a:lvl5pPr marL="0" indent="1828800">
              <a:spcBef>
                <a:spcPts val="300"/>
              </a:spcBef>
              <a:buSzTx/>
              <a:buFontTx/>
              <a:buNone/>
              <a:defRPr sz="1400"/>
            </a:lvl5pPr>
          </a:lstStyle>
          <a:p>
            <a:pPr/>
            <a:r>
              <a:t>Body Level One</a:t>
            </a:r>
          </a:p>
          <a:p>
            <a:pPr lvl="1"/>
            <a:r>
              <a:t>Body Level Two</a:t>
            </a:r>
          </a:p>
          <a:p>
            <a:pPr lvl="2"/>
            <a:r>
              <a:t>Body Level Three</a:t>
            </a:r>
          </a:p>
          <a:p>
            <a:pPr lvl="3"/>
            <a:r>
              <a:t>Body Level Four</a:t>
            </a:r>
          </a:p>
          <a:p>
            <a:pPr lvl="4"/>
            <a:r>
              <a:t>Body Level Five</a:t>
            </a:r>
          </a:p>
        </p:txBody>
      </p:sp>
      <p:sp>
        <p:nvSpPr>
          <p:cNvPr id="8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914400" y="138112"/>
            <a:ext cx="16459200" cy="2262188"/>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Title Text</a:t>
            </a:r>
          </a:p>
        </p:txBody>
      </p:sp>
      <p:sp>
        <p:nvSpPr>
          <p:cNvPr id="3" name="Body Level One…"/>
          <p:cNvSpPr txBox="1"/>
          <p:nvPr>
            <p:ph type="body" idx="1"/>
          </p:nvPr>
        </p:nvSpPr>
        <p:spPr>
          <a:xfrm>
            <a:off x="914400" y="2400300"/>
            <a:ext cx="16459200" cy="7886700"/>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428176" y="6414760"/>
            <a:ext cx="258624" cy="248305"/>
          </a:xfrm>
          <a:prstGeom prst="rect">
            <a:avLst/>
          </a:prstGeom>
          <a:ln w="12700">
            <a:miter lim="400000"/>
          </a:ln>
        </p:spPr>
        <p:txBody>
          <a:bodyPr wrap="none" lIns="45719" rIns="45719" anchor="ctr">
            <a:spAutoFit/>
          </a:bodyPr>
          <a:lstStyle>
            <a:lvl1pPr algn="r">
              <a:defRPr sz="1200">
                <a:solidFill>
                  <a:srgbClr val="888888"/>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E"/>
        </a:solidFill>
      </p:bgPr>
    </p:bg>
    <p:spTree>
      <p:nvGrpSpPr>
        <p:cNvPr id="1" name=""/>
        <p:cNvGrpSpPr/>
        <p:nvPr/>
      </p:nvGrpSpPr>
      <p:grpSpPr>
        <a:xfrm>
          <a:off x="0" y="0"/>
          <a:ext cx="0" cy="0"/>
          <a:chOff x="0" y="0"/>
          <a:chExt cx="0" cy="0"/>
        </a:xfrm>
      </p:grpSpPr>
      <p:sp>
        <p:nvSpPr>
          <p:cNvPr id="94" name="Freeform 11"/>
          <p:cNvSpPr/>
          <p:nvPr/>
        </p:nvSpPr>
        <p:spPr>
          <a:xfrm>
            <a:off x="11762088" y="-9632634"/>
            <a:ext cx="10994425" cy="10994425"/>
          </a:xfrm>
          <a:prstGeom prst="ellipse">
            <a:avLst/>
          </a:prstGeom>
          <a:ln w="514350" cap="sq">
            <a:solidFill>
              <a:srgbClr val="FD6220">
                <a:alpha val="11765"/>
              </a:srgbClr>
            </a:solidFill>
            <a:miter/>
          </a:ln>
        </p:spPr>
        <p:txBody>
          <a:bodyPr lIns="45719" rIns="45719"/>
          <a:lstStyle/>
          <a:p>
            <a:pPr/>
          </a:p>
        </p:txBody>
      </p:sp>
      <p:sp>
        <p:nvSpPr>
          <p:cNvPr id="95" name="Freeform 20"/>
          <p:cNvSpPr/>
          <p:nvPr/>
        </p:nvSpPr>
        <p:spPr>
          <a:xfrm>
            <a:off x="-9965724" y="-1383136"/>
            <a:ext cx="10994424" cy="10994424"/>
          </a:xfrm>
          <a:prstGeom prst="ellipse">
            <a:avLst/>
          </a:prstGeom>
          <a:ln w="514350" cap="sq">
            <a:solidFill>
              <a:srgbClr val="FD6220">
                <a:alpha val="11765"/>
              </a:srgbClr>
            </a:solidFill>
            <a:miter/>
          </a:ln>
        </p:spPr>
        <p:txBody>
          <a:bodyPr lIns="45719" rIns="45719"/>
          <a:lstStyle/>
          <a:p>
            <a:pPr/>
          </a:p>
        </p:txBody>
      </p:sp>
      <p:pic>
        <p:nvPicPr>
          <p:cNvPr id="96" name="Picture 22" descr="Picture 22"/>
          <p:cNvPicPr>
            <a:picLocks noChangeAspect="1"/>
          </p:cNvPicPr>
          <p:nvPr/>
        </p:nvPicPr>
        <p:blipFill>
          <a:blip r:embed="rId2">
            <a:extLst/>
          </a:blip>
          <a:stretch>
            <a:fillRect/>
          </a:stretch>
        </p:blipFill>
        <p:spPr>
          <a:xfrm>
            <a:off x="6610443" y="196688"/>
            <a:ext cx="4752248" cy="1360613"/>
          </a:xfrm>
          <a:prstGeom prst="rect">
            <a:avLst/>
          </a:prstGeom>
          <a:ln w="12700">
            <a:miter lim="400000"/>
          </a:ln>
        </p:spPr>
      </p:pic>
      <p:sp>
        <p:nvSpPr>
          <p:cNvPr id="97" name="TextBox 23"/>
          <p:cNvSpPr txBox="1"/>
          <p:nvPr/>
        </p:nvSpPr>
        <p:spPr>
          <a:xfrm>
            <a:off x="1405721" y="1608481"/>
            <a:ext cx="15834361" cy="1564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sz="3200">
                <a:latin typeface="Cambria"/>
                <a:ea typeface="Cambria"/>
                <a:cs typeface="Cambria"/>
                <a:sym typeface="Cambria"/>
              </a:defRPr>
            </a:pPr>
            <a:r>
              <a:t>Vel Tech Rangarajan Dr. Sagunthala R&amp;D Institute of Science and Technology</a:t>
            </a:r>
          </a:p>
          <a:p>
            <a:pPr algn="ctr">
              <a:defRPr sz="3600">
                <a:latin typeface="Cambria"/>
                <a:ea typeface="Cambria"/>
                <a:cs typeface="Cambria"/>
                <a:sym typeface="Cambria"/>
              </a:defRPr>
            </a:pPr>
            <a:r>
              <a:t>School of Computing </a:t>
            </a:r>
          </a:p>
          <a:p>
            <a:pPr algn="ctr">
              <a:defRPr sz="3200">
                <a:latin typeface="Cambria"/>
                <a:ea typeface="Cambria"/>
                <a:cs typeface="Cambria"/>
                <a:sym typeface="Cambria"/>
              </a:defRPr>
            </a:pPr>
            <a:r>
              <a:t>Department of Computer Science and Engineering</a:t>
            </a:r>
          </a:p>
        </p:txBody>
      </p:sp>
      <p:sp>
        <p:nvSpPr>
          <p:cNvPr id="98" name="TextBox 25"/>
          <p:cNvSpPr txBox="1"/>
          <p:nvPr/>
        </p:nvSpPr>
        <p:spPr>
          <a:xfrm>
            <a:off x="1738554" y="3272356"/>
            <a:ext cx="15168697" cy="497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2800">
                <a:solidFill>
                  <a:srgbClr val="0033CC"/>
                </a:solidFill>
                <a:latin typeface="Bookman Old Style"/>
                <a:ea typeface="Bookman Old Style"/>
                <a:cs typeface="Bookman Old Style"/>
                <a:sym typeface="Bookman Old Style"/>
              </a:defRPr>
            </a:lvl1pPr>
          </a:lstStyle>
          <a:p>
            <a:pPr/>
            <a:r>
              <a:t>10211CS224 / FULL STACK APPLICATION DEVELOPMENT (JAVA)</a:t>
            </a:r>
          </a:p>
        </p:txBody>
      </p:sp>
      <p:sp>
        <p:nvSpPr>
          <p:cNvPr id="99" name="TextBox 26"/>
          <p:cNvSpPr txBox="1"/>
          <p:nvPr/>
        </p:nvSpPr>
        <p:spPr>
          <a:xfrm>
            <a:off x="3773476" y="3884488"/>
            <a:ext cx="11098850" cy="114328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b="1" sz="3600">
                <a:solidFill>
                  <a:srgbClr val="C00000"/>
                </a:solidFill>
                <a:latin typeface="Arial"/>
                <a:ea typeface="Arial"/>
                <a:cs typeface="Arial"/>
                <a:sym typeface="Arial"/>
              </a:defRPr>
            </a:pPr>
            <a:r>
              <a:t>END SEMESTER PROJECT REVIEW</a:t>
            </a:r>
          </a:p>
          <a:p>
            <a:pPr algn="ctr">
              <a:defRPr b="1" sz="3600">
                <a:solidFill>
                  <a:srgbClr val="C00000"/>
                </a:solidFill>
                <a:latin typeface="Arial"/>
                <a:ea typeface="Arial"/>
                <a:cs typeface="Arial"/>
                <a:sym typeface="Arial"/>
              </a:defRPr>
            </a:pPr>
            <a:r>
              <a:t>Date: 06-05-2026</a:t>
            </a:r>
          </a:p>
        </p:txBody>
      </p:sp>
      <p:sp>
        <p:nvSpPr>
          <p:cNvPr id="100" name="TextBox 12"/>
          <p:cNvSpPr txBox="1"/>
          <p:nvPr/>
        </p:nvSpPr>
        <p:spPr>
          <a:xfrm>
            <a:off x="1635157" y="6057899"/>
            <a:ext cx="15692724" cy="66676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4000">
                <a:solidFill>
                  <a:srgbClr val="0033CC"/>
                </a:solidFill>
                <a:latin typeface="Times New Roman"/>
                <a:ea typeface="Times New Roman"/>
                <a:cs typeface="Times New Roman"/>
                <a:sym typeface="Times New Roman"/>
              </a:defRPr>
            </a:lvl1pPr>
          </a:lstStyle>
          <a:p>
            <a:pPr/>
            <a:r>
              <a:t>Smart Campus Event Management System</a:t>
            </a:r>
          </a:p>
        </p:txBody>
      </p:sp>
      <p:sp>
        <p:nvSpPr>
          <p:cNvPr id="101" name="TextBox 13"/>
          <p:cNvSpPr txBox="1"/>
          <p:nvPr/>
        </p:nvSpPr>
        <p:spPr>
          <a:xfrm>
            <a:off x="939589" y="7800539"/>
            <a:ext cx="8976361" cy="1234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150000"/>
              </a:lnSpc>
              <a:defRPr sz="3000">
                <a:latin typeface="Cambria"/>
                <a:ea typeface="Cambria"/>
                <a:cs typeface="Cambria"/>
                <a:sym typeface="Cambria"/>
              </a:defRPr>
            </a:pPr>
            <a:r>
              <a:t>Presented By:</a:t>
            </a:r>
          </a:p>
          <a:p>
            <a:pPr>
              <a:lnSpc>
                <a:spcPct val="150000"/>
              </a:lnSpc>
              <a:defRPr sz="3000">
                <a:latin typeface="Cambria"/>
                <a:ea typeface="Cambria"/>
                <a:cs typeface="Cambria"/>
                <a:sym typeface="Cambria"/>
              </a:defRPr>
            </a:pPr>
            <a:r>
              <a:t>SANGA CHANDU – VTU27286 – 23UECS0505.</a:t>
            </a:r>
          </a:p>
        </p:txBody>
      </p:sp>
      <p:sp>
        <p:nvSpPr>
          <p:cNvPr id="102" name="TextBox 14"/>
          <p:cNvSpPr txBox="1"/>
          <p:nvPr/>
        </p:nvSpPr>
        <p:spPr>
          <a:xfrm>
            <a:off x="10990755" y="7818586"/>
            <a:ext cx="6823163" cy="1234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150000"/>
              </a:lnSpc>
              <a:defRPr sz="3000">
                <a:latin typeface="Cambria"/>
                <a:ea typeface="Cambria"/>
                <a:cs typeface="Cambria"/>
                <a:sym typeface="Cambria"/>
              </a:defRPr>
            </a:pPr>
            <a:r>
              <a:t>Courses Handling Faculty:</a:t>
            </a:r>
          </a:p>
          <a:p>
            <a:pPr>
              <a:lnSpc>
                <a:spcPct val="150000"/>
              </a:lnSpc>
              <a:defRPr sz="3000">
                <a:latin typeface="Cambria"/>
                <a:ea typeface="Cambria"/>
                <a:cs typeface="Cambria"/>
                <a:sym typeface="Cambria"/>
              </a:defRPr>
            </a:pPr>
            <a:r>
              <a:t>Dr. S . HEMAMALINI – M.E., Ph.D.,</a:t>
            </a:r>
          </a:p>
        </p:txBody>
      </p:sp>
      <p:sp>
        <p:nvSpPr>
          <p:cNvPr id="103" name="TextBox 15"/>
          <p:cNvSpPr txBox="1"/>
          <p:nvPr/>
        </p:nvSpPr>
        <p:spPr>
          <a:xfrm>
            <a:off x="2255520" y="6972300"/>
            <a:ext cx="14651730" cy="40331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000">
                <a:latin typeface="Cambria"/>
                <a:ea typeface="Cambria"/>
                <a:cs typeface="Cambria"/>
                <a:sym typeface="Cambria"/>
              </a:defRPr>
            </a:pPr>
            <a:r>
              <a:t>SDG: SDG 9 – </a:t>
            </a:r>
            <a:r>
              <a:rPr b="1" sz="2400">
                <a:latin typeface="+mj-lt"/>
                <a:ea typeface="+mj-ea"/>
                <a:cs typeface="+mj-cs"/>
                <a:sym typeface="Calibri"/>
              </a:rPr>
              <a:t>Industry, Innovation and Infrastructure</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E"/>
        </a:solidFill>
      </p:bgPr>
    </p:bg>
    <p:spTree>
      <p:nvGrpSpPr>
        <p:cNvPr id="1" name=""/>
        <p:cNvGrpSpPr/>
        <p:nvPr/>
      </p:nvGrpSpPr>
      <p:grpSpPr>
        <a:xfrm>
          <a:off x="0" y="0"/>
          <a:ext cx="0" cy="0"/>
          <a:chOff x="0" y="0"/>
          <a:chExt cx="0" cy="0"/>
        </a:xfrm>
      </p:grpSpPr>
      <p:sp>
        <p:nvSpPr>
          <p:cNvPr id="105" name="Freeform 8"/>
          <p:cNvSpPr/>
          <p:nvPr/>
        </p:nvSpPr>
        <p:spPr>
          <a:xfrm>
            <a:off x="16313419" y="910464"/>
            <a:ext cx="945881" cy="236471"/>
          </a:xfrm>
          <a:prstGeom prst="rect">
            <a:avLst/>
          </a:prstGeom>
          <a:blipFill>
            <a:blip r:embed="rId2"/>
            <a:stretch>
              <a:fillRect/>
            </a:stretch>
          </a:blipFill>
          <a:ln w="12700">
            <a:miter lim="400000"/>
          </a:ln>
        </p:spPr>
        <p:txBody>
          <a:bodyPr lIns="45719" rIns="45719"/>
          <a:lstStyle/>
          <a:p>
            <a:pPr/>
          </a:p>
        </p:txBody>
      </p:sp>
      <p:grpSp>
        <p:nvGrpSpPr>
          <p:cNvPr id="108" name="Group 9"/>
          <p:cNvGrpSpPr/>
          <p:nvPr/>
        </p:nvGrpSpPr>
        <p:grpSpPr>
          <a:xfrm>
            <a:off x="706081" y="1952202"/>
            <a:ext cx="992464" cy="992464"/>
            <a:chOff x="0" y="0"/>
            <a:chExt cx="992462" cy="992462"/>
          </a:xfrm>
        </p:grpSpPr>
        <p:sp>
          <p:nvSpPr>
            <p:cNvPr id="106" name="Freeform 10"/>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pPr/>
            </a:p>
          </p:txBody>
        </p:sp>
        <p:sp>
          <p:nvSpPr>
            <p:cNvPr id="107" name="TextBox 11"/>
            <p:cNvSpPr txBox="1"/>
            <p:nvPr/>
          </p:nvSpPr>
          <p:spPr>
            <a:xfrm>
              <a:off x="93043" y="184610"/>
              <a:ext cx="806377" cy="5534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3700"/>
                </a:lnSpc>
                <a:defRPr sz="2600">
                  <a:solidFill>
                    <a:srgbClr val="FFFEFE"/>
                  </a:solidFill>
                  <a:latin typeface="Gotham"/>
                  <a:ea typeface="Gotham"/>
                  <a:cs typeface="Gotham"/>
                  <a:sym typeface="Gotham"/>
                </a:defRPr>
              </a:lvl1pPr>
            </a:lstStyle>
            <a:p>
              <a:pPr/>
              <a:r>
                <a:t>1</a:t>
              </a:r>
            </a:p>
          </p:txBody>
        </p:sp>
      </p:grpSp>
      <p:grpSp>
        <p:nvGrpSpPr>
          <p:cNvPr id="111" name="Group 12"/>
          <p:cNvGrpSpPr/>
          <p:nvPr/>
        </p:nvGrpSpPr>
        <p:grpSpPr>
          <a:xfrm>
            <a:off x="948235" y="4447339"/>
            <a:ext cx="508159" cy="543806"/>
            <a:chOff x="0" y="0"/>
            <a:chExt cx="508157" cy="543804"/>
          </a:xfrm>
        </p:grpSpPr>
        <p:sp>
          <p:nvSpPr>
            <p:cNvPr id="109" name="Freeform 13"/>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10" name="TextBox 14"/>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4</a:t>
              </a:r>
            </a:p>
          </p:txBody>
        </p:sp>
      </p:grpSp>
      <p:grpSp>
        <p:nvGrpSpPr>
          <p:cNvPr id="114" name="Group 15"/>
          <p:cNvGrpSpPr/>
          <p:nvPr/>
        </p:nvGrpSpPr>
        <p:grpSpPr>
          <a:xfrm>
            <a:off x="948235" y="3107362"/>
            <a:ext cx="508159" cy="543806"/>
            <a:chOff x="0" y="0"/>
            <a:chExt cx="508157" cy="543804"/>
          </a:xfrm>
        </p:grpSpPr>
        <p:sp>
          <p:nvSpPr>
            <p:cNvPr id="112" name="Freeform 16"/>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13" name="TextBox 17"/>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2</a:t>
              </a:r>
            </a:p>
          </p:txBody>
        </p:sp>
      </p:grpSp>
      <p:grpSp>
        <p:nvGrpSpPr>
          <p:cNvPr id="117" name="Group 18"/>
          <p:cNvGrpSpPr/>
          <p:nvPr/>
        </p:nvGrpSpPr>
        <p:grpSpPr>
          <a:xfrm>
            <a:off x="948235" y="5115752"/>
            <a:ext cx="508159" cy="543806"/>
            <a:chOff x="0" y="0"/>
            <a:chExt cx="508157" cy="543804"/>
          </a:xfrm>
        </p:grpSpPr>
        <p:sp>
          <p:nvSpPr>
            <p:cNvPr id="115" name="Freeform 19"/>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16" name="TextBox 20"/>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5</a:t>
              </a:r>
            </a:p>
          </p:txBody>
        </p:sp>
      </p:grpSp>
      <p:grpSp>
        <p:nvGrpSpPr>
          <p:cNvPr id="120" name="Group 21"/>
          <p:cNvGrpSpPr/>
          <p:nvPr/>
        </p:nvGrpSpPr>
        <p:grpSpPr>
          <a:xfrm>
            <a:off x="948235" y="3776486"/>
            <a:ext cx="508159" cy="543806"/>
            <a:chOff x="0" y="0"/>
            <a:chExt cx="508157" cy="543804"/>
          </a:xfrm>
        </p:grpSpPr>
        <p:sp>
          <p:nvSpPr>
            <p:cNvPr id="118" name="Freeform 22"/>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19" name="TextBox 23"/>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3</a:t>
              </a:r>
            </a:p>
          </p:txBody>
        </p:sp>
      </p:grpSp>
      <p:grpSp>
        <p:nvGrpSpPr>
          <p:cNvPr id="123" name="Group 24"/>
          <p:cNvGrpSpPr/>
          <p:nvPr/>
        </p:nvGrpSpPr>
        <p:grpSpPr>
          <a:xfrm>
            <a:off x="948235" y="6455729"/>
            <a:ext cx="508159" cy="543806"/>
            <a:chOff x="0" y="0"/>
            <a:chExt cx="508157" cy="543804"/>
          </a:xfrm>
        </p:grpSpPr>
        <p:sp>
          <p:nvSpPr>
            <p:cNvPr id="121" name="Freeform 25"/>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22" name="TextBox 26"/>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7</a:t>
              </a:r>
            </a:p>
          </p:txBody>
        </p:sp>
      </p:grpSp>
      <p:grpSp>
        <p:nvGrpSpPr>
          <p:cNvPr id="126" name="Group 27"/>
          <p:cNvGrpSpPr/>
          <p:nvPr/>
        </p:nvGrpSpPr>
        <p:grpSpPr>
          <a:xfrm>
            <a:off x="948235" y="5784877"/>
            <a:ext cx="508159" cy="543806"/>
            <a:chOff x="0" y="0"/>
            <a:chExt cx="508157" cy="543804"/>
          </a:xfrm>
        </p:grpSpPr>
        <p:sp>
          <p:nvSpPr>
            <p:cNvPr id="124" name="Freeform 28"/>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25" name="TextBox 29"/>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6</a:t>
              </a:r>
            </a:p>
          </p:txBody>
        </p:sp>
      </p:grpSp>
      <p:grpSp>
        <p:nvGrpSpPr>
          <p:cNvPr id="129" name="Group 36"/>
          <p:cNvGrpSpPr/>
          <p:nvPr/>
        </p:nvGrpSpPr>
        <p:grpSpPr>
          <a:xfrm>
            <a:off x="948235" y="7123361"/>
            <a:ext cx="508159" cy="543806"/>
            <a:chOff x="0" y="0"/>
            <a:chExt cx="508157" cy="543804"/>
          </a:xfrm>
        </p:grpSpPr>
        <p:sp>
          <p:nvSpPr>
            <p:cNvPr id="127" name="Freeform 3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28" name="TextBox 3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8</a:t>
              </a:r>
            </a:p>
          </p:txBody>
        </p:sp>
      </p:grpSp>
      <p:grpSp>
        <p:nvGrpSpPr>
          <p:cNvPr id="132" name="Group 39"/>
          <p:cNvGrpSpPr/>
          <p:nvPr/>
        </p:nvGrpSpPr>
        <p:grpSpPr>
          <a:xfrm>
            <a:off x="948235" y="7790991"/>
            <a:ext cx="508159" cy="543806"/>
            <a:chOff x="0" y="0"/>
            <a:chExt cx="508157" cy="543804"/>
          </a:xfrm>
        </p:grpSpPr>
        <p:sp>
          <p:nvSpPr>
            <p:cNvPr id="130" name="Freeform 4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31" name="TextBox 4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9</a:t>
              </a:r>
            </a:p>
          </p:txBody>
        </p:sp>
      </p:grpSp>
      <p:sp>
        <p:nvSpPr>
          <p:cNvPr id="133" name="TextBox 1"/>
          <p:cNvSpPr txBox="1"/>
          <p:nvPr/>
        </p:nvSpPr>
        <p:spPr>
          <a:xfrm>
            <a:off x="198120" y="342899"/>
            <a:ext cx="18044161" cy="7640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4800">
                <a:solidFill>
                  <a:srgbClr val="0033CC"/>
                </a:solidFill>
                <a:latin typeface="Times New Roman"/>
                <a:ea typeface="Times New Roman"/>
                <a:cs typeface="Times New Roman"/>
                <a:sym typeface="Times New Roman"/>
              </a:defRPr>
            </a:lvl1pPr>
          </a:lstStyle>
          <a:p>
            <a:pPr/>
            <a:r>
              <a:t>INTRODUCTION</a:t>
            </a:r>
          </a:p>
        </p:txBody>
      </p:sp>
      <p:sp>
        <p:nvSpPr>
          <p:cNvPr id="134" name="TextBox 2"/>
          <p:cNvSpPr txBox="1"/>
          <p:nvPr/>
        </p:nvSpPr>
        <p:spPr>
          <a:xfrm>
            <a:off x="2103120" y="2095498"/>
            <a:ext cx="14637521" cy="1123975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2800">
                <a:solidFill>
                  <a:srgbClr val="0033CC"/>
                </a:solidFill>
              </a:defRPr>
            </a:pPr>
            <a:r>
              <a:t>Background of the problem:</a:t>
            </a:r>
          </a:p>
          <a:p>
            <a:pPr>
              <a:defRPr sz="2800"/>
            </a:pPr>
            <a:r>
              <a:t>Many colleges and universities still manage events manually or through scattered systems like notices, WhatsApp groups, or spreadsheets. This leads to issues such as miscommunication, missed registrations, lack of centralized data, and difficulty in tracking participants or event details.</a:t>
            </a:r>
          </a:p>
          <a:p>
            <a:pPr>
              <a:defRPr b="1" sz="2800">
                <a:solidFill>
                  <a:srgbClr val="0033CC"/>
                </a:solidFill>
              </a:defRPr>
            </a:pPr>
            <a:r>
              <a:t>Why this project is important:</a:t>
            </a:r>
          </a:p>
          <a:p>
            <a:pPr>
              <a:defRPr sz="2800"/>
            </a:pPr>
            <a:r>
              <a:t>It helps automate event creation, registration, notifications, and participant tracking using modern web technologies and database systems. It improves communication and reduces manual workload for organizers.</a:t>
            </a:r>
            <a:endParaRPr b="1"/>
          </a:p>
          <a:p>
            <a:pPr>
              <a:defRPr b="1" sz="2800">
                <a:solidFill>
                  <a:srgbClr val="0033CC"/>
                </a:solidFill>
              </a:defRPr>
            </a:pPr>
            <a:r>
              <a:t>Real-world relevance:</a:t>
            </a:r>
          </a:p>
          <a:p>
            <a:pPr>
              <a:defRPr sz="2800"/>
            </a:pPr>
            <a:r>
              <a:t>This system is widely applicable in educational institutions, corporate organizations, and communities where multiple events are conducted regularly. Similar systems are used in universities, tech fests, workshops, seminars, and conference management platforms.</a:t>
            </a:r>
          </a:p>
          <a:p>
            <a:pPr>
              <a:defRPr b="1" sz="2800">
                <a:solidFill>
                  <a:srgbClr val="0033CC"/>
                </a:solidFill>
              </a:defRPr>
            </a:pPr>
            <a:r>
              <a:t>Brief overview of the system:</a:t>
            </a:r>
          </a:p>
          <a:p>
            <a:pPr>
              <a:defRPr sz="2800"/>
            </a:pPr>
            <a:r>
              <a:t>A responsive web-based application that allows users (students and organizers) to view, register, and manage campus events.</a:t>
            </a: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E"/>
        </a:solidFill>
      </p:bgPr>
    </p:bg>
    <p:spTree>
      <p:nvGrpSpPr>
        <p:cNvPr id="1" name=""/>
        <p:cNvGrpSpPr/>
        <p:nvPr/>
      </p:nvGrpSpPr>
      <p:grpSpPr>
        <a:xfrm>
          <a:off x="0" y="0"/>
          <a:ext cx="0" cy="0"/>
          <a:chOff x="0" y="0"/>
          <a:chExt cx="0" cy="0"/>
        </a:xfrm>
      </p:grpSpPr>
      <p:sp>
        <p:nvSpPr>
          <p:cNvPr id="136" name="Freeform 10"/>
          <p:cNvSpPr/>
          <p:nvPr/>
        </p:nvSpPr>
        <p:spPr>
          <a:xfrm>
            <a:off x="16313419" y="910464"/>
            <a:ext cx="945881" cy="236471"/>
          </a:xfrm>
          <a:prstGeom prst="rect">
            <a:avLst/>
          </a:prstGeom>
          <a:blipFill>
            <a:blip r:embed="rId2"/>
            <a:stretch>
              <a:fillRect/>
            </a:stretch>
          </a:blipFill>
          <a:ln w="12700">
            <a:miter lim="400000"/>
          </a:ln>
        </p:spPr>
        <p:txBody>
          <a:bodyPr lIns="45719" rIns="45719"/>
          <a:lstStyle/>
          <a:p>
            <a:pPr/>
          </a:p>
        </p:txBody>
      </p:sp>
      <p:grpSp>
        <p:nvGrpSpPr>
          <p:cNvPr id="139" name="Group 11"/>
          <p:cNvGrpSpPr/>
          <p:nvPr/>
        </p:nvGrpSpPr>
        <p:grpSpPr>
          <a:xfrm>
            <a:off x="709356" y="2648112"/>
            <a:ext cx="992464" cy="992463"/>
            <a:chOff x="0" y="0"/>
            <a:chExt cx="992462" cy="992462"/>
          </a:xfrm>
        </p:grpSpPr>
        <p:sp>
          <p:nvSpPr>
            <p:cNvPr id="137" name="Freeform 12"/>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pPr/>
            </a:p>
          </p:txBody>
        </p:sp>
        <p:sp>
          <p:nvSpPr>
            <p:cNvPr id="138" name="TextBox 13"/>
            <p:cNvSpPr txBox="1"/>
            <p:nvPr/>
          </p:nvSpPr>
          <p:spPr>
            <a:xfrm>
              <a:off x="93043" y="184610"/>
              <a:ext cx="806377" cy="5534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3700"/>
                </a:lnSpc>
                <a:defRPr sz="2600">
                  <a:solidFill>
                    <a:srgbClr val="FFFEFE"/>
                  </a:solidFill>
                  <a:latin typeface="Gotham"/>
                  <a:ea typeface="Gotham"/>
                  <a:cs typeface="Gotham"/>
                  <a:sym typeface="Gotham"/>
                </a:defRPr>
              </a:lvl1pPr>
            </a:lstStyle>
            <a:p>
              <a:pPr/>
              <a:r>
                <a:t>2</a:t>
              </a:r>
            </a:p>
          </p:txBody>
        </p:sp>
      </p:grpSp>
      <p:grpSp>
        <p:nvGrpSpPr>
          <p:cNvPr id="142" name="Group 14"/>
          <p:cNvGrpSpPr/>
          <p:nvPr/>
        </p:nvGrpSpPr>
        <p:grpSpPr>
          <a:xfrm>
            <a:off x="951508" y="4428295"/>
            <a:ext cx="508159" cy="543806"/>
            <a:chOff x="0" y="0"/>
            <a:chExt cx="508157" cy="543804"/>
          </a:xfrm>
        </p:grpSpPr>
        <p:sp>
          <p:nvSpPr>
            <p:cNvPr id="140" name="Freeform 15"/>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41" name="TextBox 16"/>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4</a:t>
              </a:r>
            </a:p>
          </p:txBody>
        </p:sp>
      </p:grpSp>
      <p:grpSp>
        <p:nvGrpSpPr>
          <p:cNvPr id="145" name="Group 17"/>
          <p:cNvGrpSpPr/>
          <p:nvPr/>
        </p:nvGrpSpPr>
        <p:grpSpPr>
          <a:xfrm>
            <a:off x="951508" y="1982348"/>
            <a:ext cx="508159" cy="543806"/>
            <a:chOff x="0" y="0"/>
            <a:chExt cx="508157" cy="543804"/>
          </a:xfrm>
        </p:grpSpPr>
        <p:sp>
          <p:nvSpPr>
            <p:cNvPr id="143" name="Freeform 18"/>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44" name="TextBox 19"/>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1</a:t>
              </a:r>
            </a:p>
          </p:txBody>
        </p:sp>
      </p:grpSp>
      <p:grpSp>
        <p:nvGrpSpPr>
          <p:cNvPr id="148" name="Group 20"/>
          <p:cNvGrpSpPr/>
          <p:nvPr/>
        </p:nvGrpSpPr>
        <p:grpSpPr>
          <a:xfrm>
            <a:off x="951508" y="5094058"/>
            <a:ext cx="508159" cy="543806"/>
            <a:chOff x="0" y="0"/>
            <a:chExt cx="508157" cy="543804"/>
          </a:xfrm>
        </p:grpSpPr>
        <p:sp>
          <p:nvSpPr>
            <p:cNvPr id="146" name="Freeform 2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47" name="TextBox 2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5</a:t>
              </a:r>
            </a:p>
          </p:txBody>
        </p:sp>
      </p:grpSp>
      <p:grpSp>
        <p:nvGrpSpPr>
          <p:cNvPr id="151" name="Group 23"/>
          <p:cNvGrpSpPr/>
          <p:nvPr/>
        </p:nvGrpSpPr>
        <p:grpSpPr>
          <a:xfrm>
            <a:off x="951508" y="3762533"/>
            <a:ext cx="508159" cy="543806"/>
            <a:chOff x="0" y="0"/>
            <a:chExt cx="508157" cy="543804"/>
          </a:xfrm>
        </p:grpSpPr>
        <p:sp>
          <p:nvSpPr>
            <p:cNvPr id="149" name="Freeform 24"/>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50" name="TextBox 25"/>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3</a:t>
              </a:r>
            </a:p>
          </p:txBody>
        </p:sp>
      </p:grpSp>
      <p:grpSp>
        <p:nvGrpSpPr>
          <p:cNvPr id="154" name="Group 26"/>
          <p:cNvGrpSpPr/>
          <p:nvPr/>
        </p:nvGrpSpPr>
        <p:grpSpPr>
          <a:xfrm>
            <a:off x="951508" y="6425584"/>
            <a:ext cx="508159" cy="543806"/>
            <a:chOff x="0" y="0"/>
            <a:chExt cx="508157" cy="543804"/>
          </a:xfrm>
        </p:grpSpPr>
        <p:sp>
          <p:nvSpPr>
            <p:cNvPr id="152" name="Freeform 2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53" name="TextBox 2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7</a:t>
              </a:r>
            </a:p>
          </p:txBody>
        </p:sp>
      </p:grpSp>
      <p:grpSp>
        <p:nvGrpSpPr>
          <p:cNvPr id="157" name="Group 29"/>
          <p:cNvGrpSpPr/>
          <p:nvPr/>
        </p:nvGrpSpPr>
        <p:grpSpPr>
          <a:xfrm>
            <a:off x="951508" y="5759822"/>
            <a:ext cx="508159" cy="543806"/>
            <a:chOff x="0" y="0"/>
            <a:chExt cx="508157" cy="543804"/>
          </a:xfrm>
        </p:grpSpPr>
        <p:sp>
          <p:nvSpPr>
            <p:cNvPr id="155" name="Freeform 3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56" name="TextBox 3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6</a:t>
              </a:r>
            </a:p>
          </p:txBody>
        </p:sp>
      </p:grpSp>
      <p:grpSp>
        <p:nvGrpSpPr>
          <p:cNvPr id="160" name="Group 36"/>
          <p:cNvGrpSpPr/>
          <p:nvPr/>
        </p:nvGrpSpPr>
        <p:grpSpPr>
          <a:xfrm>
            <a:off x="951508" y="7093215"/>
            <a:ext cx="508159" cy="543806"/>
            <a:chOff x="0" y="0"/>
            <a:chExt cx="508157" cy="543804"/>
          </a:xfrm>
        </p:grpSpPr>
        <p:sp>
          <p:nvSpPr>
            <p:cNvPr id="158" name="Freeform 3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59" name="TextBox 3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8</a:t>
              </a:r>
            </a:p>
          </p:txBody>
        </p:sp>
      </p:grpSp>
      <p:grpSp>
        <p:nvGrpSpPr>
          <p:cNvPr id="163" name="Group 39"/>
          <p:cNvGrpSpPr/>
          <p:nvPr/>
        </p:nvGrpSpPr>
        <p:grpSpPr>
          <a:xfrm>
            <a:off x="951508" y="7760845"/>
            <a:ext cx="508159" cy="543806"/>
            <a:chOff x="0" y="0"/>
            <a:chExt cx="508157" cy="543804"/>
          </a:xfrm>
        </p:grpSpPr>
        <p:sp>
          <p:nvSpPr>
            <p:cNvPr id="161" name="Freeform 4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62" name="TextBox 4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9</a:t>
              </a:r>
            </a:p>
          </p:txBody>
        </p:sp>
      </p:grpSp>
      <p:sp>
        <p:nvSpPr>
          <p:cNvPr id="164" name="TextBox 46"/>
          <p:cNvSpPr txBox="1"/>
          <p:nvPr/>
        </p:nvSpPr>
        <p:spPr>
          <a:xfrm>
            <a:off x="198120" y="342899"/>
            <a:ext cx="17815561" cy="7640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4800">
                <a:solidFill>
                  <a:srgbClr val="0033CC"/>
                </a:solidFill>
                <a:latin typeface="Times New Roman"/>
                <a:ea typeface="Times New Roman"/>
                <a:cs typeface="Times New Roman"/>
                <a:sym typeface="Times New Roman"/>
              </a:defRPr>
            </a:lvl1pPr>
          </a:lstStyle>
          <a:p>
            <a:pPr/>
            <a:r>
              <a:t>PROBLEM STATEMENT</a:t>
            </a:r>
          </a:p>
        </p:txBody>
      </p:sp>
      <p:sp>
        <p:nvSpPr>
          <p:cNvPr id="165" name="TextBox 47"/>
          <p:cNvSpPr txBox="1"/>
          <p:nvPr/>
        </p:nvSpPr>
        <p:spPr>
          <a:xfrm>
            <a:off x="2255519" y="1638299"/>
            <a:ext cx="14990886" cy="1121435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800"/>
            </a:pPr>
          </a:p>
          <a:p>
            <a:pPr algn="just">
              <a:defRPr sz="3600"/>
            </a:pPr>
          </a:p>
          <a:p>
            <a:pPr algn="just">
              <a:defRPr sz="3600"/>
            </a:pPr>
            <a:r>
              <a:t>In many educational institutions, campus events such as workshops, seminars, cultural programs, and technical fests are managed using manual methods or disconnected digital tools. This often leads to problems like inefficient communication, difficulty in event registration, data mismanagement, lack of real-time updates, and poor coordination between organizers and participants.</a:t>
            </a:r>
          </a:p>
          <a:p>
            <a:pPr algn="just">
              <a:defRPr sz="3600"/>
            </a:pPr>
            <a:r>
              <a:t>There is a need for a centralized, user-friendly system that can streamline the process of event creation, registration, and management. The system should allow organizers to efficiently manage event details and participants, while enabling students to easily browse events, register, and receive timely updates.</a:t>
            </a: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169" name="Group 7"/>
          <p:cNvGrpSpPr/>
          <p:nvPr/>
        </p:nvGrpSpPr>
        <p:grpSpPr>
          <a:xfrm>
            <a:off x="709356" y="3315742"/>
            <a:ext cx="992464" cy="992464"/>
            <a:chOff x="0" y="0"/>
            <a:chExt cx="992462" cy="992462"/>
          </a:xfrm>
        </p:grpSpPr>
        <p:sp>
          <p:nvSpPr>
            <p:cNvPr id="167" name="Freeform 8"/>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pPr/>
            </a:p>
          </p:txBody>
        </p:sp>
        <p:sp>
          <p:nvSpPr>
            <p:cNvPr id="168" name="TextBox 9"/>
            <p:cNvSpPr txBox="1"/>
            <p:nvPr/>
          </p:nvSpPr>
          <p:spPr>
            <a:xfrm>
              <a:off x="93043" y="184610"/>
              <a:ext cx="806377" cy="5534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3700"/>
                </a:lnSpc>
                <a:defRPr sz="2600">
                  <a:solidFill>
                    <a:srgbClr val="FFFEFE"/>
                  </a:solidFill>
                  <a:latin typeface="Gotham"/>
                  <a:ea typeface="Gotham"/>
                  <a:cs typeface="Gotham"/>
                  <a:sym typeface="Gotham"/>
                </a:defRPr>
              </a:lvl1pPr>
            </a:lstStyle>
            <a:p>
              <a:pPr/>
              <a:r>
                <a:t>3</a:t>
              </a:r>
            </a:p>
          </p:txBody>
        </p:sp>
      </p:grpSp>
      <p:grpSp>
        <p:nvGrpSpPr>
          <p:cNvPr id="172" name="Group 10"/>
          <p:cNvGrpSpPr/>
          <p:nvPr/>
        </p:nvGrpSpPr>
        <p:grpSpPr>
          <a:xfrm>
            <a:off x="951508" y="4428295"/>
            <a:ext cx="508159" cy="543806"/>
            <a:chOff x="0" y="0"/>
            <a:chExt cx="508157" cy="543804"/>
          </a:xfrm>
        </p:grpSpPr>
        <p:sp>
          <p:nvSpPr>
            <p:cNvPr id="170" name="Freeform 1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71" name="TextBox 1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4</a:t>
              </a:r>
            </a:p>
          </p:txBody>
        </p:sp>
      </p:grpSp>
      <p:grpSp>
        <p:nvGrpSpPr>
          <p:cNvPr id="175" name="Group 13"/>
          <p:cNvGrpSpPr/>
          <p:nvPr/>
        </p:nvGrpSpPr>
        <p:grpSpPr>
          <a:xfrm>
            <a:off x="951508" y="1982348"/>
            <a:ext cx="508159" cy="543806"/>
            <a:chOff x="0" y="0"/>
            <a:chExt cx="508157" cy="543804"/>
          </a:xfrm>
        </p:grpSpPr>
        <p:sp>
          <p:nvSpPr>
            <p:cNvPr id="173" name="Freeform 14"/>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74" name="TextBox 15"/>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1</a:t>
              </a:r>
            </a:p>
          </p:txBody>
        </p:sp>
      </p:grpSp>
      <p:grpSp>
        <p:nvGrpSpPr>
          <p:cNvPr id="178" name="Group 16"/>
          <p:cNvGrpSpPr/>
          <p:nvPr/>
        </p:nvGrpSpPr>
        <p:grpSpPr>
          <a:xfrm>
            <a:off x="951508" y="5094058"/>
            <a:ext cx="508159" cy="543806"/>
            <a:chOff x="0" y="0"/>
            <a:chExt cx="508157" cy="543804"/>
          </a:xfrm>
        </p:grpSpPr>
        <p:sp>
          <p:nvSpPr>
            <p:cNvPr id="176" name="Freeform 1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77" name="TextBox 1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5</a:t>
              </a:r>
            </a:p>
          </p:txBody>
        </p:sp>
      </p:grpSp>
      <p:grpSp>
        <p:nvGrpSpPr>
          <p:cNvPr id="181" name="Group 19"/>
          <p:cNvGrpSpPr/>
          <p:nvPr/>
        </p:nvGrpSpPr>
        <p:grpSpPr>
          <a:xfrm>
            <a:off x="951508" y="2648112"/>
            <a:ext cx="508159" cy="543806"/>
            <a:chOff x="0" y="0"/>
            <a:chExt cx="508157" cy="543804"/>
          </a:xfrm>
        </p:grpSpPr>
        <p:sp>
          <p:nvSpPr>
            <p:cNvPr id="179" name="Freeform 2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80" name="TextBox 2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2</a:t>
              </a:r>
            </a:p>
          </p:txBody>
        </p:sp>
      </p:grpSp>
      <p:grpSp>
        <p:nvGrpSpPr>
          <p:cNvPr id="184" name="Group 22"/>
          <p:cNvGrpSpPr/>
          <p:nvPr/>
        </p:nvGrpSpPr>
        <p:grpSpPr>
          <a:xfrm>
            <a:off x="951508" y="6425584"/>
            <a:ext cx="508159" cy="543806"/>
            <a:chOff x="0" y="0"/>
            <a:chExt cx="508157" cy="543804"/>
          </a:xfrm>
        </p:grpSpPr>
        <p:sp>
          <p:nvSpPr>
            <p:cNvPr id="182" name="Freeform 23"/>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83" name="TextBox 24"/>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7</a:t>
              </a:r>
            </a:p>
          </p:txBody>
        </p:sp>
      </p:grpSp>
      <p:grpSp>
        <p:nvGrpSpPr>
          <p:cNvPr id="187" name="Group 25"/>
          <p:cNvGrpSpPr/>
          <p:nvPr/>
        </p:nvGrpSpPr>
        <p:grpSpPr>
          <a:xfrm>
            <a:off x="951508" y="5759822"/>
            <a:ext cx="508159" cy="543806"/>
            <a:chOff x="0" y="0"/>
            <a:chExt cx="508157" cy="543804"/>
          </a:xfrm>
        </p:grpSpPr>
        <p:sp>
          <p:nvSpPr>
            <p:cNvPr id="185" name="Freeform 26"/>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86" name="TextBox 27"/>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6</a:t>
              </a:r>
            </a:p>
          </p:txBody>
        </p:sp>
      </p:grpSp>
      <p:grpSp>
        <p:nvGrpSpPr>
          <p:cNvPr id="190" name="Group 41"/>
          <p:cNvGrpSpPr/>
          <p:nvPr/>
        </p:nvGrpSpPr>
        <p:grpSpPr>
          <a:xfrm>
            <a:off x="951508" y="7093215"/>
            <a:ext cx="508159" cy="543806"/>
            <a:chOff x="0" y="0"/>
            <a:chExt cx="508157" cy="543804"/>
          </a:xfrm>
        </p:grpSpPr>
        <p:sp>
          <p:nvSpPr>
            <p:cNvPr id="188" name="Freeform 42"/>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89" name="TextBox 43"/>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8</a:t>
              </a:r>
            </a:p>
          </p:txBody>
        </p:sp>
      </p:grpSp>
      <p:grpSp>
        <p:nvGrpSpPr>
          <p:cNvPr id="193" name="Group 44"/>
          <p:cNvGrpSpPr/>
          <p:nvPr/>
        </p:nvGrpSpPr>
        <p:grpSpPr>
          <a:xfrm>
            <a:off x="951508" y="7760845"/>
            <a:ext cx="508159" cy="543806"/>
            <a:chOff x="0" y="0"/>
            <a:chExt cx="508157" cy="543804"/>
          </a:xfrm>
        </p:grpSpPr>
        <p:sp>
          <p:nvSpPr>
            <p:cNvPr id="191" name="Freeform 45"/>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92" name="TextBox 46"/>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9</a:t>
              </a:r>
            </a:p>
          </p:txBody>
        </p:sp>
      </p:grpSp>
      <p:sp>
        <p:nvSpPr>
          <p:cNvPr id="194" name="TextBox 49"/>
          <p:cNvSpPr txBox="1"/>
          <p:nvPr/>
        </p:nvSpPr>
        <p:spPr>
          <a:xfrm>
            <a:off x="121920" y="436947"/>
            <a:ext cx="17815561" cy="70620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4800">
                <a:solidFill>
                  <a:srgbClr val="0033CC"/>
                </a:solidFill>
              </a:defRPr>
            </a:lvl1pPr>
          </a:lstStyle>
          <a:p>
            <a:pPr/>
            <a:r>
              <a:t>OBJECTIVES</a:t>
            </a:r>
          </a:p>
        </p:txBody>
      </p:sp>
      <p:sp>
        <p:nvSpPr>
          <p:cNvPr id="195" name="Freeform 10"/>
          <p:cNvSpPr/>
          <p:nvPr/>
        </p:nvSpPr>
        <p:spPr>
          <a:xfrm>
            <a:off x="16313419" y="910464"/>
            <a:ext cx="945881" cy="236471"/>
          </a:xfrm>
          <a:prstGeom prst="rect">
            <a:avLst/>
          </a:prstGeom>
          <a:blipFill>
            <a:blip r:embed="rId2"/>
            <a:stretch>
              <a:fillRect/>
            </a:stretch>
          </a:blipFill>
          <a:ln w="12700">
            <a:miter lim="400000"/>
          </a:ln>
        </p:spPr>
        <p:txBody>
          <a:bodyPr lIns="45719" rIns="45719"/>
          <a:lstStyle/>
          <a:p>
            <a:pPr/>
          </a:p>
        </p:txBody>
      </p:sp>
      <p:sp>
        <p:nvSpPr>
          <p:cNvPr id="196" name="Rectangle 8"/>
          <p:cNvSpPr txBox="1"/>
          <p:nvPr/>
        </p:nvSpPr>
        <p:spPr>
          <a:xfrm>
            <a:off x="2026920" y="2051492"/>
            <a:ext cx="16215361" cy="540222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a:latin typeface="Arial"/>
                <a:ea typeface="Arial"/>
                <a:cs typeface="Arial"/>
                <a:sym typeface="Arial"/>
              </a:defRPr>
            </a:pPr>
          </a:p>
          <a:p>
            <a:pPr marL="571500" indent="-571500">
              <a:buSzPct val="100000"/>
              <a:buFont typeface="Arial"/>
              <a:buChar char="•"/>
              <a:defRPr sz="3600">
                <a:latin typeface="Arial"/>
                <a:ea typeface="Arial"/>
                <a:cs typeface="Arial"/>
                <a:sym typeface="Arial"/>
              </a:defRPr>
            </a:pPr>
            <a:r>
              <a:t>To design and develop a centralized system for managing events efficiently.</a:t>
            </a:r>
          </a:p>
          <a:p>
            <a:pPr>
              <a:defRPr sz="3600">
                <a:latin typeface="Arial"/>
                <a:ea typeface="Arial"/>
                <a:cs typeface="Arial"/>
                <a:sym typeface="Arial"/>
              </a:defRPr>
            </a:pPr>
            <a:r>
              <a:t> </a:t>
            </a:r>
          </a:p>
          <a:p>
            <a:pPr marL="571500" indent="-571500">
              <a:buSzPct val="100000"/>
              <a:buFont typeface="Arial"/>
              <a:buChar char="•"/>
              <a:defRPr sz="3600">
                <a:latin typeface="Arial"/>
                <a:ea typeface="Arial"/>
                <a:cs typeface="Arial"/>
                <a:sym typeface="Arial"/>
              </a:defRPr>
            </a:pPr>
            <a:r>
              <a:t>To provide a user-friendly interface for browsing and registering for events.</a:t>
            </a:r>
          </a:p>
          <a:p>
            <a:pPr>
              <a:defRPr sz="3600">
                <a:latin typeface="Arial"/>
                <a:ea typeface="Arial"/>
                <a:cs typeface="Arial"/>
                <a:sym typeface="Arial"/>
              </a:defRPr>
            </a:pPr>
            <a:r>
              <a:t> </a:t>
            </a:r>
          </a:p>
          <a:p>
            <a:pPr marL="571500" indent="-571500">
              <a:buSzPct val="100000"/>
              <a:buFont typeface="Arial"/>
              <a:buChar char="•"/>
              <a:defRPr sz="3600">
                <a:latin typeface="Arial"/>
                <a:ea typeface="Arial"/>
                <a:cs typeface="Arial"/>
                <a:sym typeface="Arial"/>
              </a:defRPr>
            </a:pPr>
            <a:r>
              <a:t>To enable organizers to create, update, and manage event details easily. </a:t>
            </a:r>
          </a:p>
          <a:p>
            <a:pPr>
              <a:defRPr sz="3600">
                <a:latin typeface="Arial"/>
                <a:ea typeface="Arial"/>
                <a:cs typeface="Arial"/>
                <a:sym typeface="Arial"/>
              </a:defRPr>
            </a:pPr>
          </a:p>
          <a:p>
            <a:pPr marL="571500" indent="-571500">
              <a:buSzPct val="100000"/>
              <a:buFont typeface="Arial"/>
              <a:buChar char="•"/>
              <a:defRPr sz="3600">
                <a:latin typeface="Arial"/>
                <a:ea typeface="Arial"/>
                <a:cs typeface="Arial"/>
                <a:sym typeface="Arial"/>
              </a:defRPr>
            </a:pPr>
            <a:r>
              <a:t>To store and manage event and participant data using MySql Databasefor quick and lightweight database operations</a:t>
            </a:r>
            <a:r>
              <a:rPr sz="1800"/>
              <a:t>.</a:t>
            </a:r>
            <a:endParaRPr sz="1800"/>
          </a:p>
          <a:p>
            <a:pPr>
              <a:defRPr>
                <a:latin typeface="Arial"/>
                <a:ea typeface="Arial"/>
                <a:cs typeface="Arial"/>
                <a:sym typeface="Arial"/>
              </a:defRPr>
            </a:pPr>
          </a:p>
          <a:p>
            <a:pPr marL="571500" indent="-571500">
              <a:buSzPct val="100000"/>
              <a:buFont typeface="Arial"/>
              <a:buChar char="•"/>
              <a:defRPr sz="4000"/>
            </a:pPr>
            <a:r>
              <a:t>To reduce manual work and improve overall system efficiency.</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E"/>
        </a:solidFill>
      </p:bgPr>
    </p:bg>
    <p:spTree>
      <p:nvGrpSpPr>
        <p:cNvPr id="1" name=""/>
        <p:cNvGrpSpPr/>
        <p:nvPr/>
      </p:nvGrpSpPr>
      <p:grpSpPr>
        <a:xfrm>
          <a:off x="0" y="0"/>
          <a:ext cx="0" cy="0"/>
          <a:chOff x="0" y="0"/>
          <a:chExt cx="0" cy="0"/>
        </a:xfrm>
      </p:grpSpPr>
      <p:grpSp>
        <p:nvGrpSpPr>
          <p:cNvPr id="200" name="Group 7"/>
          <p:cNvGrpSpPr/>
          <p:nvPr/>
        </p:nvGrpSpPr>
        <p:grpSpPr>
          <a:xfrm>
            <a:off x="709356" y="3315742"/>
            <a:ext cx="992464" cy="992464"/>
            <a:chOff x="0" y="0"/>
            <a:chExt cx="992462" cy="992462"/>
          </a:xfrm>
        </p:grpSpPr>
        <p:sp>
          <p:nvSpPr>
            <p:cNvPr id="198" name="Freeform 8"/>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pPr/>
            </a:p>
          </p:txBody>
        </p:sp>
        <p:sp>
          <p:nvSpPr>
            <p:cNvPr id="199" name="TextBox 9"/>
            <p:cNvSpPr txBox="1"/>
            <p:nvPr/>
          </p:nvSpPr>
          <p:spPr>
            <a:xfrm>
              <a:off x="93043" y="184610"/>
              <a:ext cx="806377" cy="5534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3700"/>
                </a:lnSpc>
                <a:defRPr sz="2600">
                  <a:solidFill>
                    <a:srgbClr val="FFFEFE"/>
                  </a:solidFill>
                  <a:latin typeface="Gotham"/>
                  <a:ea typeface="Gotham"/>
                  <a:cs typeface="Gotham"/>
                  <a:sym typeface="Gotham"/>
                </a:defRPr>
              </a:lvl1pPr>
            </a:lstStyle>
            <a:p>
              <a:pPr/>
              <a:r>
                <a:t>3</a:t>
              </a:r>
            </a:p>
          </p:txBody>
        </p:sp>
      </p:grpSp>
      <p:grpSp>
        <p:nvGrpSpPr>
          <p:cNvPr id="203" name="Group 10"/>
          <p:cNvGrpSpPr/>
          <p:nvPr/>
        </p:nvGrpSpPr>
        <p:grpSpPr>
          <a:xfrm>
            <a:off x="951508" y="4428295"/>
            <a:ext cx="508159" cy="543806"/>
            <a:chOff x="0" y="0"/>
            <a:chExt cx="508157" cy="543804"/>
          </a:xfrm>
        </p:grpSpPr>
        <p:sp>
          <p:nvSpPr>
            <p:cNvPr id="201" name="Freeform 1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02" name="TextBox 1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4</a:t>
              </a:r>
            </a:p>
          </p:txBody>
        </p:sp>
      </p:grpSp>
      <p:grpSp>
        <p:nvGrpSpPr>
          <p:cNvPr id="206" name="Group 13"/>
          <p:cNvGrpSpPr/>
          <p:nvPr/>
        </p:nvGrpSpPr>
        <p:grpSpPr>
          <a:xfrm>
            <a:off x="951508" y="1982348"/>
            <a:ext cx="508159" cy="543806"/>
            <a:chOff x="0" y="0"/>
            <a:chExt cx="508157" cy="543804"/>
          </a:xfrm>
        </p:grpSpPr>
        <p:sp>
          <p:nvSpPr>
            <p:cNvPr id="204" name="Freeform 14"/>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05" name="TextBox 15"/>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1</a:t>
              </a:r>
            </a:p>
          </p:txBody>
        </p:sp>
      </p:grpSp>
      <p:grpSp>
        <p:nvGrpSpPr>
          <p:cNvPr id="209" name="Group 16"/>
          <p:cNvGrpSpPr/>
          <p:nvPr/>
        </p:nvGrpSpPr>
        <p:grpSpPr>
          <a:xfrm>
            <a:off x="951508" y="5094058"/>
            <a:ext cx="508159" cy="543806"/>
            <a:chOff x="0" y="0"/>
            <a:chExt cx="508157" cy="543804"/>
          </a:xfrm>
        </p:grpSpPr>
        <p:sp>
          <p:nvSpPr>
            <p:cNvPr id="207" name="Freeform 1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08" name="TextBox 1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5</a:t>
              </a:r>
            </a:p>
          </p:txBody>
        </p:sp>
      </p:grpSp>
      <p:grpSp>
        <p:nvGrpSpPr>
          <p:cNvPr id="212" name="Group 19"/>
          <p:cNvGrpSpPr/>
          <p:nvPr/>
        </p:nvGrpSpPr>
        <p:grpSpPr>
          <a:xfrm>
            <a:off x="951508" y="2648112"/>
            <a:ext cx="508159" cy="543806"/>
            <a:chOff x="0" y="0"/>
            <a:chExt cx="508157" cy="543804"/>
          </a:xfrm>
        </p:grpSpPr>
        <p:sp>
          <p:nvSpPr>
            <p:cNvPr id="210" name="Freeform 2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11" name="TextBox 2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2</a:t>
              </a:r>
            </a:p>
          </p:txBody>
        </p:sp>
      </p:grpSp>
      <p:grpSp>
        <p:nvGrpSpPr>
          <p:cNvPr id="215" name="Group 22"/>
          <p:cNvGrpSpPr/>
          <p:nvPr/>
        </p:nvGrpSpPr>
        <p:grpSpPr>
          <a:xfrm>
            <a:off x="951508" y="6425584"/>
            <a:ext cx="508159" cy="543806"/>
            <a:chOff x="0" y="0"/>
            <a:chExt cx="508157" cy="543804"/>
          </a:xfrm>
        </p:grpSpPr>
        <p:sp>
          <p:nvSpPr>
            <p:cNvPr id="213" name="Freeform 23"/>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14" name="TextBox 24"/>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7</a:t>
              </a:r>
            </a:p>
          </p:txBody>
        </p:sp>
      </p:grpSp>
      <p:grpSp>
        <p:nvGrpSpPr>
          <p:cNvPr id="218" name="Group 25"/>
          <p:cNvGrpSpPr/>
          <p:nvPr/>
        </p:nvGrpSpPr>
        <p:grpSpPr>
          <a:xfrm>
            <a:off x="951508" y="5759822"/>
            <a:ext cx="508159" cy="543806"/>
            <a:chOff x="0" y="0"/>
            <a:chExt cx="508157" cy="543804"/>
          </a:xfrm>
        </p:grpSpPr>
        <p:sp>
          <p:nvSpPr>
            <p:cNvPr id="216" name="Freeform 26"/>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17" name="TextBox 27"/>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6</a:t>
              </a:r>
            </a:p>
          </p:txBody>
        </p:sp>
      </p:grpSp>
      <p:grpSp>
        <p:nvGrpSpPr>
          <p:cNvPr id="221" name="Group 41"/>
          <p:cNvGrpSpPr/>
          <p:nvPr/>
        </p:nvGrpSpPr>
        <p:grpSpPr>
          <a:xfrm>
            <a:off x="951508" y="7093215"/>
            <a:ext cx="508159" cy="543806"/>
            <a:chOff x="0" y="0"/>
            <a:chExt cx="508157" cy="543804"/>
          </a:xfrm>
        </p:grpSpPr>
        <p:sp>
          <p:nvSpPr>
            <p:cNvPr id="219" name="Freeform 42"/>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20" name="TextBox 43"/>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8</a:t>
              </a:r>
            </a:p>
          </p:txBody>
        </p:sp>
      </p:grpSp>
      <p:grpSp>
        <p:nvGrpSpPr>
          <p:cNvPr id="224" name="Group 44"/>
          <p:cNvGrpSpPr/>
          <p:nvPr/>
        </p:nvGrpSpPr>
        <p:grpSpPr>
          <a:xfrm>
            <a:off x="951508" y="7760845"/>
            <a:ext cx="508159" cy="543806"/>
            <a:chOff x="0" y="0"/>
            <a:chExt cx="508157" cy="543804"/>
          </a:xfrm>
        </p:grpSpPr>
        <p:sp>
          <p:nvSpPr>
            <p:cNvPr id="222" name="Freeform 45"/>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23" name="TextBox 46"/>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9</a:t>
              </a:r>
            </a:p>
          </p:txBody>
        </p:sp>
      </p:grpSp>
      <p:sp>
        <p:nvSpPr>
          <p:cNvPr id="225" name="TextBox 49"/>
          <p:cNvSpPr txBox="1"/>
          <p:nvPr/>
        </p:nvSpPr>
        <p:spPr>
          <a:xfrm>
            <a:off x="-525781" y="449270"/>
            <a:ext cx="17815562" cy="70620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4800">
                <a:solidFill>
                  <a:srgbClr val="0033CC"/>
                </a:solidFill>
              </a:defRPr>
            </a:lvl1pPr>
          </a:lstStyle>
          <a:p>
            <a:pPr/>
            <a:r>
              <a:t>PROPOSED SYSTEM</a:t>
            </a:r>
          </a:p>
        </p:txBody>
      </p:sp>
      <p:sp>
        <p:nvSpPr>
          <p:cNvPr id="226" name="Freeform 10"/>
          <p:cNvSpPr/>
          <p:nvPr/>
        </p:nvSpPr>
        <p:spPr>
          <a:xfrm>
            <a:off x="16313419" y="910464"/>
            <a:ext cx="945881" cy="236471"/>
          </a:xfrm>
          <a:prstGeom prst="rect">
            <a:avLst/>
          </a:prstGeom>
          <a:blipFill>
            <a:blip r:embed="rId2"/>
            <a:stretch>
              <a:fillRect/>
            </a:stretch>
          </a:blipFill>
          <a:ln w="12700">
            <a:miter lim="400000"/>
          </a:ln>
        </p:spPr>
        <p:txBody>
          <a:bodyPr lIns="45719" rIns="45719"/>
          <a:lstStyle/>
          <a:p>
            <a:pPr/>
          </a:p>
        </p:txBody>
      </p:sp>
      <p:sp>
        <p:nvSpPr>
          <p:cNvPr id="227" name="Rectangle 1"/>
          <p:cNvSpPr txBox="1"/>
          <p:nvPr/>
        </p:nvSpPr>
        <p:spPr>
          <a:xfrm>
            <a:off x="1747539" y="1766315"/>
            <a:ext cx="16494743" cy="701068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sz="3600">
                <a:latin typeface="Arial"/>
                <a:ea typeface="Arial"/>
                <a:cs typeface="Arial"/>
                <a:sym typeface="Arial"/>
              </a:defRPr>
            </a:pPr>
          </a:p>
          <a:p>
            <a:pPr>
              <a:buSzPct val="100000"/>
              <a:buChar char="•"/>
              <a:defRPr sz="3600">
                <a:latin typeface="Arial"/>
                <a:ea typeface="Arial"/>
                <a:cs typeface="Arial"/>
                <a:sym typeface="Arial"/>
              </a:defRPr>
            </a:pPr>
            <a:r>
              <a:t>Event management is often handled using manual or scattered systems. </a:t>
            </a:r>
          </a:p>
          <a:p>
            <a:pPr>
              <a:defRPr sz="3600">
                <a:latin typeface="Arial"/>
                <a:ea typeface="Arial"/>
                <a:cs typeface="Arial"/>
                <a:sym typeface="Arial"/>
              </a:defRPr>
            </a:pPr>
          </a:p>
          <a:p>
            <a:pPr>
              <a:buSzPct val="100000"/>
              <a:buChar char="•"/>
              <a:defRPr sz="3600">
                <a:latin typeface="Arial"/>
                <a:ea typeface="Arial"/>
                <a:cs typeface="Arial"/>
                <a:sym typeface="Arial"/>
              </a:defRPr>
            </a:pPr>
            <a:r>
              <a:t>Users face difficulty in finding and registering for events. </a:t>
            </a:r>
          </a:p>
          <a:p>
            <a:pPr>
              <a:defRPr sz="3600">
                <a:latin typeface="Arial"/>
                <a:ea typeface="Arial"/>
                <a:cs typeface="Arial"/>
                <a:sym typeface="Arial"/>
              </a:defRPr>
            </a:pPr>
          </a:p>
          <a:p>
            <a:pPr>
              <a:buSzPct val="100000"/>
              <a:buChar char="•"/>
              <a:defRPr sz="3600">
                <a:latin typeface="Arial"/>
                <a:ea typeface="Arial"/>
                <a:cs typeface="Arial"/>
                <a:sym typeface="Arial"/>
              </a:defRPr>
            </a:pPr>
            <a:r>
              <a:t>There is no centralized platform to manage event details efficiently. </a:t>
            </a:r>
          </a:p>
          <a:p>
            <a:pPr>
              <a:defRPr sz="3600">
                <a:latin typeface="Arial"/>
                <a:ea typeface="Arial"/>
                <a:cs typeface="Arial"/>
                <a:sym typeface="Arial"/>
              </a:defRPr>
            </a:pPr>
          </a:p>
          <a:p>
            <a:pPr>
              <a:buSzPct val="100000"/>
              <a:buChar char="•"/>
              <a:defRPr sz="3600">
                <a:latin typeface="Arial"/>
                <a:ea typeface="Arial"/>
                <a:cs typeface="Arial"/>
                <a:sym typeface="Arial"/>
              </a:defRPr>
            </a:pPr>
            <a:r>
              <a:t>Organizers struggle to track participants and update event information. </a:t>
            </a:r>
          </a:p>
          <a:p>
            <a:pPr>
              <a:defRPr sz="3600">
                <a:latin typeface="Arial"/>
                <a:ea typeface="Arial"/>
                <a:cs typeface="Arial"/>
                <a:sym typeface="Arial"/>
              </a:defRPr>
            </a:pPr>
            <a:r>
              <a:t> </a:t>
            </a:r>
          </a:p>
          <a:p>
            <a:pPr>
              <a:buSzPct val="100000"/>
              <a:buChar char="•"/>
              <a:defRPr sz="3600">
                <a:latin typeface="Arial"/>
                <a:ea typeface="Arial"/>
                <a:cs typeface="Arial"/>
                <a:sym typeface="Arial"/>
              </a:defRPr>
            </a:pPr>
            <a:r>
              <a:t>Existing systems do not provide smooth user experience.</a:t>
            </a:r>
          </a:p>
          <a:p>
            <a:pPr>
              <a:defRPr sz="3600">
                <a:latin typeface="Arial"/>
                <a:ea typeface="Arial"/>
                <a:cs typeface="Arial"/>
                <a:sym typeface="Arial"/>
              </a:defRPr>
            </a:pPr>
            <a:r>
              <a:t> </a:t>
            </a:r>
          </a:p>
          <a:p>
            <a:pPr>
              <a:buSzPct val="100000"/>
              <a:buChar char="•"/>
              <a:defRPr sz="3600">
                <a:latin typeface="Arial"/>
                <a:ea typeface="Arial"/>
                <a:cs typeface="Arial"/>
                <a:sym typeface="Arial"/>
              </a:defRPr>
            </a:pPr>
            <a:r>
              <a:t>There is a need for a system that ensures efficient event handling. </a:t>
            </a:r>
          </a:p>
          <a:p>
            <a:pPr>
              <a:defRPr sz="3600">
                <a:latin typeface="Arial"/>
                <a:ea typeface="Arial"/>
                <a:cs typeface="Arial"/>
                <a:sym typeface="Arial"/>
              </a:defRPr>
            </a:pPr>
            <a:r>
              <a:t> </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E"/>
        </a:solidFill>
      </p:bgPr>
    </p:bg>
    <p:spTree>
      <p:nvGrpSpPr>
        <p:cNvPr id="1" name=""/>
        <p:cNvGrpSpPr/>
        <p:nvPr/>
      </p:nvGrpSpPr>
      <p:grpSpPr>
        <a:xfrm>
          <a:off x="0" y="0"/>
          <a:ext cx="0" cy="0"/>
          <a:chOff x="0" y="0"/>
          <a:chExt cx="0" cy="0"/>
        </a:xfrm>
      </p:grpSpPr>
      <p:grpSp>
        <p:nvGrpSpPr>
          <p:cNvPr id="231" name="Group 5"/>
          <p:cNvGrpSpPr/>
          <p:nvPr/>
        </p:nvGrpSpPr>
        <p:grpSpPr>
          <a:xfrm>
            <a:off x="709356" y="4655765"/>
            <a:ext cx="992464" cy="992464"/>
            <a:chOff x="0" y="0"/>
            <a:chExt cx="992462" cy="992462"/>
          </a:xfrm>
        </p:grpSpPr>
        <p:sp>
          <p:nvSpPr>
            <p:cNvPr id="229" name="Freeform 6"/>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pPr/>
            </a:p>
          </p:txBody>
        </p:sp>
        <p:sp>
          <p:nvSpPr>
            <p:cNvPr id="230" name="TextBox 7"/>
            <p:cNvSpPr txBox="1"/>
            <p:nvPr/>
          </p:nvSpPr>
          <p:spPr>
            <a:xfrm>
              <a:off x="93043" y="184610"/>
              <a:ext cx="806377" cy="5534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3700"/>
                </a:lnSpc>
                <a:defRPr sz="2600">
                  <a:solidFill>
                    <a:srgbClr val="FFFEFE"/>
                  </a:solidFill>
                  <a:latin typeface="Gotham"/>
                  <a:ea typeface="Gotham"/>
                  <a:cs typeface="Gotham"/>
                  <a:sym typeface="Gotham"/>
                </a:defRPr>
              </a:lvl1pPr>
            </a:lstStyle>
            <a:p>
              <a:pPr/>
              <a:r>
                <a:t>5</a:t>
              </a:r>
            </a:p>
          </p:txBody>
        </p:sp>
      </p:grpSp>
      <p:grpSp>
        <p:nvGrpSpPr>
          <p:cNvPr id="234" name="Group 8"/>
          <p:cNvGrpSpPr/>
          <p:nvPr/>
        </p:nvGrpSpPr>
        <p:grpSpPr>
          <a:xfrm>
            <a:off x="951508" y="3320505"/>
            <a:ext cx="508159" cy="543806"/>
            <a:chOff x="0" y="0"/>
            <a:chExt cx="508157" cy="543804"/>
          </a:xfrm>
        </p:grpSpPr>
        <p:sp>
          <p:nvSpPr>
            <p:cNvPr id="232" name="Freeform 9"/>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33" name="TextBox 10"/>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3</a:t>
              </a:r>
            </a:p>
          </p:txBody>
        </p:sp>
      </p:grpSp>
      <p:grpSp>
        <p:nvGrpSpPr>
          <p:cNvPr id="237" name="Group 11"/>
          <p:cNvGrpSpPr/>
          <p:nvPr/>
        </p:nvGrpSpPr>
        <p:grpSpPr>
          <a:xfrm>
            <a:off x="951508" y="1987111"/>
            <a:ext cx="508159" cy="543806"/>
            <a:chOff x="0" y="0"/>
            <a:chExt cx="508157" cy="543804"/>
          </a:xfrm>
        </p:grpSpPr>
        <p:sp>
          <p:nvSpPr>
            <p:cNvPr id="235" name="Freeform 12"/>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36" name="TextBox 13"/>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1</a:t>
              </a:r>
            </a:p>
          </p:txBody>
        </p:sp>
      </p:grpSp>
      <p:grpSp>
        <p:nvGrpSpPr>
          <p:cNvPr id="240" name="Group 14"/>
          <p:cNvGrpSpPr/>
          <p:nvPr/>
        </p:nvGrpSpPr>
        <p:grpSpPr>
          <a:xfrm>
            <a:off x="951508" y="3988134"/>
            <a:ext cx="508159" cy="543806"/>
            <a:chOff x="0" y="0"/>
            <a:chExt cx="508157" cy="543804"/>
          </a:xfrm>
        </p:grpSpPr>
        <p:sp>
          <p:nvSpPr>
            <p:cNvPr id="238" name="Freeform 15"/>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39" name="TextBox 16"/>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4</a:t>
              </a:r>
            </a:p>
          </p:txBody>
        </p:sp>
      </p:grpSp>
      <p:grpSp>
        <p:nvGrpSpPr>
          <p:cNvPr id="243" name="Group 17"/>
          <p:cNvGrpSpPr/>
          <p:nvPr/>
        </p:nvGrpSpPr>
        <p:grpSpPr>
          <a:xfrm>
            <a:off x="951508" y="2652873"/>
            <a:ext cx="508159" cy="543806"/>
            <a:chOff x="0" y="0"/>
            <a:chExt cx="508157" cy="543804"/>
          </a:xfrm>
        </p:grpSpPr>
        <p:sp>
          <p:nvSpPr>
            <p:cNvPr id="241" name="Freeform 18"/>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42" name="TextBox 19"/>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2</a:t>
              </a:r>
            </a:p>
          </p:txBody>
        </p:sp>
      </p:grpSp>
      <p:grpSp>
        <p:nvGrpSpPr>
          <p:cNvPr id="246" name="Group 20"/>
          <p:cNvGrpSpPr/>
          <p:nvPr/>
        </p:nvGrpSpPr>
        <p:grpSpPr>
          <a:xfrm>
            <a:off x="951508" y="6430347"/>
            <a:ext cx="508159" cy="543806"/>
            <a:chOff x="0" y="0"/>
            <a:chExt cx="508157" cy="543804"/>
          </a:xfrm>
        </p:grpSpPr>
        <p:sp>
          <p:nvSpPr>
            <p:cNvPr id="244" name="Freeform 2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45" name="TextBox 2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7</a:t>
              </a:r>
            </a:p>
          </p:txBody>
        </p:sp>
      </p:grpSp>
      <p:grpSp>
        <p:nvGrpSpPr>
          <p:cNvPr id="249" name="Group 23"/>
          <p:cNvGrpSpPr/>
          <p:nvPr/>
        </p:nvGrpSpPr>
        <p:grpSpPr>
          <a:xfrm>
            <a:off x="951508" y="5764584"/>
            <a:ext cx="508159" cy="543806"/>
            <a:chOff x="0" y="0"/>
            <a:chExt cx="508157" cy="543804"/>
          </a:xfrm>
        </p:grpSpPr>
        <p:sp>
          <p:nvSpPr>
            <p:cNvPr id="247" name="Freeform 24"/>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48" name="TextBox 25"/>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6</a:t>
              </a:r>
            </a:p>
          </p:txBody>
        </p:sp>
      </p:grpSp>
      <p:grpSp>
        <p:nvGrpSpPr>
          <p:cNvPr id="252" name="Group 26"/>
          <p:cNvGrpSpPr/>
          <p:nvPr/>
        </p:nvGrpSpPr>
        <p:grpSpPr>
          <a:xfrm>
            <a:off x="951508" y="7088453"/>
            <a:ext cx="508159" cy="543806"/>
            <a:chOff x="0" y="0"/>
            <a:chExt cx="508157" cy="543804"/>
          </a:xfrm>
        </p:grpSpPr>
        <p:sp>
          <p:nvSpPr>
            <p:cNvPr id="250" name="Freeform 2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51" name="TextBox 2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8</a:t>
              </a:r>
            </a:p>
          </p:txBody>
        </p:sp>
      </p:grpSp>
      <p:grpSp>
        <p:nvGrpSpPr>
          <p:cNvPr id="255" name="Group 29"/>
          <p:cNvGrpSpPr/>
          <p:nvPr/>
        </p:nvGrpSpPr>
        <p:grpSpPr>
          <a:xfrm>
            <a:off x="951508" y="7756083"/>
            <a:ext cx="508159" cy="543806"/>
            <a:chOff x="0" y="0"/>
            <a:chExt cx="508157" cy="543804"/>
          </a:xfrm>
        </p:grpSpPr>
        <p:sp>
          <p:nvSpPr>
            <p:cNvPr id="253" name="Freeform 3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54" name="TextBox 3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9</a:t>
              </a:r>
            </a:p>
          </p:txBody>
        </p:sp>
      </p:grpSp>
      <p:sp>
        <p:nvSpPr>
          <p:cNvPr id="256" name="Freeform 38"/>
          <p:cNvSpPr/>
          <p:nvPr/>
        </p:nvSpPr>
        <p:spPr>
          <a:xfrm>
            <a:off x="11762088" y="-9632634"/>
            <a:ext cx="10994425" cy="10994425"/>
          </a:xfrm>
          <a:prstGeom prst="ellipse">
            <a:avLst/>
          </a:prstGeom>
          <a:ln w="514350" cap="sq">
            <a:solidFill>
              <a:srgbClr val="FD6220">
                <a:alpha val="11765"/>
              </a:srgbClr>
            </a:solidFill>
            <a:miter/>
          </a:ln>
        </p:spPr>
        <p:txBody>
          <a:bodyPr lIns="45719" rIns="45719"/>
          <a:lstStyle/>
          <a:p>
            <a:pPr/>
          </a:p>
        </p:txBody>
      </p:sp>
      <p:sp>
        <p:nvSpPr>
          <p:cNvPr id="257" name="Freeform 10"/>
          <p:cNvSpPr/>
          <p:nvPr/>
        </p:nvSpPr>
        <p:spPr>
          <a:xfrm>
            <a:off x="16313419" y="910464"/>
            <a:ext cx="945881" cy="236471"/>
          </a:xfrm>
          <a:prstGeom prst="rect">
            <a:avLst/>
          </a:prstGeom>
          <a:blipFill>
            <a:blip r:embed="rId2"/>
            <a:stretch>
              <a:fillRect/>
            </a:stretch>
          </a:blipFill>
          <a:ln w="12700">
            <a:miter lim="400000"/>
          </a:ln>
        </p:spPr>
        <p:txBody>
          <a:bodyPr lIns="45719" rIns="45719"/>
          <a:lstStyle/>
          <a:p>
            <a:pPr/>
          </a:p>
        </p:txBody>
      </p:sp>
      <p:sp>
        <p:nvSpPr>
          <p:cNvPr id="258" name="TextBox 41"/>
          <p:cNvSpPr txBox="1"/>
          <p:nvPr/>
        </p:nvSpPr>
        <p:spPr>
          <a:xfrm>
            <a:off x="198119" y="342899"/>
            <a:ext cx="17815562" cy="7640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4800">
                <a:solidFill>
                  <a:srgbClr val="0033CC"/>
                </a:solidFill>
                <a:latin typeface="Times New Roman"/>
                <a:ea typeface="Times New Roman"/>
                <a:cs typeface="Times New Roman"/>
                <a:sym typeface="Times New Roman"/>
              </a:defRPr>
            </a:lvl1pPr>
          </a:lstStyle>
          <a:p>
            <a:pPr/>
            <a:r>
              <a:t>PROPOSED SYSTEM ARCHITECTURE</a:t>
            </a:r>
          </a:p>
        </p:txBody>
      </p:sp>
      <p:pic>
        <p:nvPicPr>
          <p:cNvPr id="259" name="Screenshot 2026-05-06 at 9.12.36 AM.png" descr="Screenshot 2026-05-06 at 9.12.36 AM.png"/>
          <p:cNvPicPr>
            <a:picLocks noChangeAspect="1"/>
          </p:cNvPicPr>
          <p:nvPr/>
        </p:nvPicPr>
        <p:blipFill>
          <a:blip r:embed="rId3">
            <a:extLst/>
          </a:blip>
          <a:stretch>
            <a:fillRect/>
          </a:stretch>
        </p:blipFill>
        <p:spPr>
          <a:xfrm>
            <a:off x="6203541" y="1549957"/>
            <a:ext cx="6537145" cy="8174124"/>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E"/>
        </a:solidFill>
      </p:bgPr>
    </p:bg>
    <p:spTree>
      <p:nvGrpSpPr>
        <p:cNvPr id="1" name=""/>
        <p:cNvGrpSpPr/>
        <p:nvPr/>
      </p:nvGrpSpPr>
      <p:grpSpPr>
        <a:xfrm>
          <a:off x="0" y="0"/>
          <a:ext cx="0" cy="0"/>
          <a:chOff x="0" y="0"/>
          <a:chExt cx="0" cy="0"/>
        </a:xfrm>
      </p:grpSpPr>
      <p:grpSp>
        <p:nvGrpSpPr>
          <p:cNvPr id="263" name="Group 14"/>
          <p:cNvGrpSpPr/>
          <p:nvPr/>
        </p:nvGrpSpPr>
        <p:grpSpPr>
          <a:xfrm>
            <a:off x="735587" y="5318633"/>
            <a:ext cx="992464" cy="992464"/>
            <a:chOff x="0" y="0"/>
            <a:chExt cx="992462" cy="992462"/>
          </a:xfrm>
        </p:grpSpPr>
        <p:sp>
          <p:nvSpPr>
            <p:cNvPr id="261" name="Freeform 15"/>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pPr/>
            </a:p>
          </p:txBody>
        </p:sp>
        <p:sp>
          <p:nvSpPr>
            <p:cNvPr id="262" name="TextBox 16"/>
            <p:cNvSpPr txBox="1"/>
            <p:nvPr/>
          </p:nvSpPr>
          <p:spPr>
            <a:xfrm>
              <a:off x="93043" y="184610"/>
              <a:ext cx="806377" cy="5534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3700"/>
                </a:lnSpc>
                <a:defRPr sz="2600">
                  <a:solidFill>
                    <a:srgbClr val="FFFEFE"/>
                  </a:solidFill>
                  <a:latin typeface="Gotham"/>
                  <a:ea typeface="Gotham"/>
                  <a:cs typeface="Gotham"/>
                  <a:sym typeface="Gotham"/>
                </a:defRPr>
              </a:lvl1pPr>
            </a:lstStyle>
            <a:p>
              <a:pPr/>
              <a:r>
                <a:t>6</a:t>
              </a:r>
            </a:p>
          </p:txBody>
        </p:sp>
      </p:grpSp>
      <p:grpSp>
        <p:nvGrpSpPr>
          <p:cNvPr id="266" name="Group 17"/>
          <p:cNvGrpSpPr/>
          <p:nvPr/>
        </p:nvGrpSpPr>
        <p:grpSpPr>
          <a:xfrm>
            <a:off x="977740" y="3315742"/>
            <a:ext cx="508159" cy="543806"/>
            <a:chOff x="0" y="0"/>
            <a:chExt cx="508157" cy="543804"/>
          </a:xfrm>
        </p:grpSpPr>
        <p:sp>
          <p:nvSpPr>
            <p:cNvPr id="264" name="Freeform 18"/>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65" name="TextBox 19"/>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3</a:t>
              </a:r>
            </a:p>
          </p:txBody>
        </p:sp>
      </p:grpSp>
      <p:grpSp>
        <p:nvGrpSpPr>
          <p:cNvPr id="269" name="Group 20"/>
          <p:cNvGrpSpPr/>
          <p:nvPr/>
        </p:nvGrpSpPr>
        <p:grpSpPr>
          <a:xfrm>
            <a:off x="977740" y="1982348"/>
            <a:ext cx="508159" cy="543806"/>
            <a:chOff x="0" y="0"/>
            <a:chExt cx="508157" cy="543804"/>
          </a:xfrm>
        </p:grpSpPr>
        <p:sp>
          <p:nvSpPr>
            <p:cNvPr id="267" name="Freeform 2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68" name="TextBox 2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1</a:t>
              </a:r>
            </a:p>
          </p:txBody>
        </p:sp>
      </p:grpSp>
      <p:grpSp>
        <p:nvGrpSpPr>
          <p:cNvPr id="272" name="Group 23"/>
          <p:cNvGrpSpPr/>
          <p:nvPr/>
        </p:nvGrpSpPr>
        <p:grpSpPr>
          <a:xfrm>
            <a:off x="977740" y="3983373"/>
            <a:ext cx="508159" cy="543806"/>
            <a:chOff x="0" y="0"/>
            <a:chExt cx="508157" cy="543804"/>
          </a:xfrm>
        </p:grpSpPr>
        <p:sp>
          <p:nvSpPr>
            <p:cNvPr id="270" name="Freeform 24"/>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71" name="TextBox 25"/>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4</a:t>
              </a:r>
            </a:p>
          </p:txBody>
        </p:sp>
      </p:grpSp>
      <p:grpSp>
        <p:nvGrpSpPr>
          <p:cNvPr id="275" name="Group 26"/>
          <p:cNvGrpSpPr/>
          <p:nvPr/>
        </p:nvGrpSpPr>
        <p:grpSpPr>
          <a:xfrm>
            <a:off x="977740" y="2648112"/>
            <a:ext cx="508159" cy="543806"/>
            <a:chOff x="0" y="0"/>
            <a:chExt cx="508157" cy="543804"/>
          </a:xfrm>
        </p:grpSpPr>
        <p:sp>
          <p:nvSpPr>
            <p:cNvPr id="273" name="Freeform 2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74" name="TextBox 2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2</a:t>
              </a:r>
            </a:p>
          </p:txBody>
        </p:sp>
      </p:grpSp>
      <p:grpSp>
        <p:nvGrpSpPr>
          <p:cNvPr id="278" name="Group 29"/>
          <p:cNvGrpSpPr/>
          <p:nvPr/>
        </p:nvGrpSpPr>
        <p:grpSpPr>
          <a:xfrm>
            <a:off x="977740" y="6425584"/>
            <a:ext cx="508159" cy="543806"/>
            <a:chOff x="0" y="0"/>
            <a:chExt cx="508157" cy="543804"/>
          </a:xfrm>
        </p:grpSpPr>
        <p:sp>
          <p:nvSpPr>
            <p:cNvPr id="276" name="Freeform 3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77" name="TextBox 3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7</a:t>
              </a:r>
            </a:p>
          </p:txBody>
        </p:sp>
      </p:grpSp>
      <p:grpSp>
        <p:nvGrpSpPr>
          <p:cNvPr id="281" name="Group 32"/>
          <p:cNvGrpSpPr/>
          <p:nvPr/>
        </p:nvGrpSpPr>
        <p:grpSpPr>
          <a:xfrm>
            <a:off x="977740" y="4651002"/>
            <a:ext cx="508159" cy="543806"/>
            <a:chOff x="0" y="0"/>
            <a:chExt cx="508157" cy="543804"/>
          </a:xfrm>
        </p:grpSpPr>
        <p:sp>
          <p:nvSpPr>
            <p:cNvPr id="279" name="Freeform 33"/>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80" name="TextBox 34"/>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5</a:t>
              </a:r>
            </a:p>
          </p:txBody>
        </p:sp>
      </p:grpSp>
      <p:grpSp>
        <p:nvGrpSpPr>
          <p:cNvPr id="284" name="Group 37"/>
          <p:cNvGrpSpPr/>
          <p:nvPr/>
        </p:nvGrpSpPr>
        <p:grpSpPr>
          <a:xfrm>
            <a:off x="977740" y="7093215"/>
            <a:ext cx="508159" cy="543806"/>
            <a:chOff x="0" y="0"/>
            <a:chExt cx="508157" cy="543804"/>
          </a:xfrm>
        </p:grpSpPr>
        <p:sp>
          <p:nvSpPr>
            <p:cNvPr id="282" name="Freeform 38"/>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83" name="TextBox 39"/>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8</a:t>
              </a:r>
            </a:p>
          </p:txBody>
        </p:sp>
      </p:grpSp>
      <p:grpSp>
        <p:nvGrpSpPr>
          <p:cNvPr id="287" name="Group 40"/>
          <p:cNvGrpSpPr/>
          <p:nvPr/>
        </p:nvGrpSpPr>
        <p:grpSpPr>
          <a:xfrm>
            <a:off x="977740" y="7760845"/>
            <a:ext cx="508159" cy="543806"/>
            <a:chOff x="0" y="0"/>
            <a:chExt cx="508157" cy="543804"/>
          </a:xfrm>
        </p:grpSpPr>
        <p:sp>
          <p:nvSpPr>
            <p:cNvPr id="285" name="Freeform 4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86" name="TextBox 4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9</a:t>
              </a:r>
            </a:p>
          </p:txBody>
        </p:sp>
      </p:grpSp>
      <p:sp>
        <p:nvSpPr>
          <p:cNvPr id="288" name="Freeform 10"/>
          <p:cNvSpPr/>
          <p:nvPr/>
        </p:nvSpPr>
        <p:spPr>
          <a:xfrm>
            <a:off x="16313419" y="910464"/>
            <a:ext cx="945881" cy="236471"/>
          </a:xfrm>
          <a:prstGeom prst="rect">
            <a:avLst/>
          </a:prstGeom>
          <a:blipFill>
            <a:blip r:embed="rId2"/>
            <a:stretch>
              <a:fillRect/>
            </a:stretch>
          </a:blipFill>
          <a:ln w="12700">
            <a:miter lim="400000"/>
          </a:ln>
        </p:spPr>
        <p:txBody>
          <a:bodyPr lIns="45719" rIns="45719"/>
          <a:lstStyle/>
          <a:p>
            <a:pPr/>
          </a:p>
        </p:txBody>
      </p:sp>
      <p:sp>
        <p:nvSpPr>
          <p:cNvPr id="289" name="TextBox 46"/>
          <p:cNvSpPr txBox="1"/>
          <p:nvPr/>
        </p:nvSpPr>
        <p:spPr>
          <a:xfrm>
            <a:off x="236219" y="315937"/>
            <a:ext cx="17815562" cy="7640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4800">
                <a:solidFill>
                  <a:srgbClr val="0033CC"/>
                </a:solidFill>
                <a:latin typeface="Times New Roman"/>
                <a:ea typeface="Times New Roman"/>
                <a:cs typeface="Times New Roman"/>
                <a:sym typeface="Times New Roman"/>
              </a:defRPr>
            </a:lvl1pPr>
          </a:lstStyle>
          <a:p>
            <a:pPr/>
            <a:r>
              <a:t>WORKFLOW</a:t>
            </a:r>
          </a:p>
        </p:txBody>
      </p:sp>
      <p:sp>
        <p:nvSpPr>
          <p:cNvPr id="290" name="TextBox 49"/>
          <p:cNvSpPr txBox="1"/>
          <p:nvPr/>
        </p:nvSpPr>
        <p:spPr>
          <a:xfrm>
            <a:off x="1821411" y="1638299"/>
            <a:ext cx="15424996" cy="476275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800">
                <a:solidFill>
                  <a:srgbClr val="0033CC"/>
                </a:solidFill>
              </a:defRPr>
            </a:pPr>
            <a:r>
              <a:t>Dataflow diagram:</a:t>
            </a:r>
          </a:p>
          <a:p>
            <a:pP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p:txBody>
      </p:sp>
      <p:pic>
        <p:nvPicPr>
          <p:cNvPr id="291" name="Screenshot 2026-05-06 at 9.16.22 AM.png" descr="Screenshot 2026-05-06 at 9.16.22 AM.png"/>
          <p:cNvPicPr>
            <a:picLocks noChangeAspect="1"/>
          </p:cNvPicPr>
          <p:nvPr/>
        </p:nvPicPr>
        <p:blipFill>
          <a:blip r:embed="rId3">
            <a:extLst/>
          </a:blip>
          <a:stretch>
            <a:fillRect/>
          </a:stretch>
        </p:blipFill>
        <p:spPr>
          <a:xfrm>
            <a:off x="5240782" y="2185533"/>
            <a:ext cx="8107317" cy="6493449"/>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E"/>
        </a:solidFill>
      </p:bgPr>
    </p:bg>
    <p:spTree>
      <p:nvGrpSpPr>
        <p:cNvPr id="1" name=""/>
        <p:cNvGrpSpPr/>
        <p:nvPr/>
      </p:nvGrpSpPr>
      <p:grpSpPr>
        <a:xfrm>
          <a:off x="0" y="0"/>
          <a:ext cx="0" cy="0"/>
          <a:chOff x="0" y="0"/>
          <a:chExt cx="0" cy="0"/>
        </a:xfrm>
      </p:grpSpPr>
      <p:grpSp>
        <p:nvGrpSpPr>
          <p:cNvPr id="295" name="Group 19"/>
          <p:cNvGrpSpPr/>
          <p:nvPr/>
        </p:nvGrpSpPr>
        <p:grpSpPr>
          <a:xfrm>
            <a:off x="735587" y="5976927"/>
            <a:ext cx="992464" cy="992464"/>
            <a:chOff x="0" y="0"/>
            <a:chExt cx="992462" cy="992462"/>
          </a:xfrm>
        </p:grpSpPr>
        <p:sp>
          <p:nvSpPr>
            <p:cNvPr id="293" name="Freeform 20"/>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pPr/>
            </a:p>
          </p:txBody>
        </p:sp>
        <p:sp>
          <p:nvSpPr>
            <p:cNvPr id="294" name="TextBox 21"/>
            <p:cNvSpPr txBox="1"/>
            <p:nvPr/>
          </p:nvSpPr>
          <p:spPr>
            <a:xfrm>
              <a:off x="93043" y="184610"/>
              <a:ext cx="806377" cy="5534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3700"/>
                </a:lnSpc>
                <a:defRPr sz="2600">
                  <a:solidFill>
                    <a:srgbClr val="FFFEFE"/>
                  </a:solidFill>
                  <a:latin typeface="Gotham"/>
                  <a:ea typeface="Gotham"/>
                  <a:cs typeface="Gotham"/>
                  <a:sym typeface="Gotham"/>
                </a:defRPr>
              </a:lvl1pPr>
            </a:lstStyle>
            <a:p>
              <a:pPr/>
              <a:r>
                <a:t>7</a:t>
              </a:r>
            </a:p>
          </p:txBody>
        </p:sp>
      </p:grpSp>
      <p:grpSp>
        <p:nvGrpSpPr>
          <p:cNvPr id="298" name="Group 22"/>
          <p:cNvGrpSpPr/>
          <p:nvPr/>
        </p:nvGrpSpPr>
        <p:grpSpPr>
          <a:xfrm>
            <a:off x="977740" y="3315742"/>
            <a:ext cx="508159" cy="543806"/>
            <a:chOff x="0" y="0"/>
            <a:chExt cx="508157" cy="543804"/>
          </a:xfrm>
        </p:grpSpPr>
        <p:sp>
          <p:nvSpPr>
            <p:cNvPr id="296" name="Freeform 23"/>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97" name="TextBox 24"/>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3</a:t>
              </a:r>
            </a:p>
          </p:txBody>
        </p:sp>
      </p:grpSp>
      <p:grpSp>
        <p:nvGrpSpPr>
          <p:cNvPr id="301" name="Group 25"/>
          <p:cNvGrpSpPr/>
          <p:nvPr/>
        </p:nvGrpSpPr>
        <p:grpSpPr>
          <a:xfrm>
            <a:off x="977740" y="1982348"/>
            <a:ext cx="508159" cy="543806"/>
            <a:chOff x="0" y="0"/>
            <a:chExt cx="508157" cy="543804"/>
          </a:xfrm>
        </p:grpSpPr>
        <p:sp>
          <p:nvSpPr>
            <p:cNvPr id="299" name="Freeform 26"/>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00" name="TextBox 27"/>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1</a:t>
              </a:r>
            </a:p>
          </p:txBody>
        </p:sp>
      </p:grpSp>
      <p:grpSp>
        <p:nvGrpSpPr>
          <p:cNvPr id="304" name="Group 28"/>
          <p:cNvGrpSpPr/>
          <p:nvPr/>
        </p:nvGrpSpPr>
        <p:grpSpPr>
          <a:xfrm>
            <a:off x="977740" y="3983373"/>
            <a:ext cx="508159" cy="543806"/>
            <a:chOff x="0" y="0"/>
            <a:chExt cx="508157" cy="543804"/>
          </a:xfrm>
        </p:grpSpPr>
        <p:sp>
          <p:nvSpPr>
            <p:cNvPr id="302" name="Freeform 29"/>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03" name="TextBox 30"/>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4</a:t>
              </a:r>
            </a:p>
          </p:txBody>
        </p:sp>
      </p:grpSp>
      <p:grpSp>
        <p:nvGrpSpPr>
          <p:cNvPr id="307" name="Group 31"/>
          <p:cNvGrpSpPr/>
          <p:nvPr/>
        </p:nvGrpSpPr>
        <p:grpSpPr>
          <a:xfrm>
            <a:off x="977740" y="2648112"/>
            <a:ext cx="508159" cy="543806"/>
            <a:chOff x="0" y="0"/>
            <a:chExt cx="508157" cy="543804"/>
          </a:xfrm>
        </p:grpSpPr>
        <p:sp>
          <p:nvSpPr>
            <p:cNvPr id="305" name="Freeform 32"/>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06" name="TextBox 33"/>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2</a:t>
              </a:r>
            </a:p>
          </p:txBody>
        </p:sp>
      </p:grpSp>
      <p:grpSp>
        <p:nvGrpSpPr>
          <p:cNvPr id="310" name="Group 34"/>
          <p:cNvGrpSpPr/>
          <p:nvPr/>
        </p:nvGrpSpPr>
        <p:grpSpPr>
          <a:xfrm>
            <a:off x="977740" y="5318633"/>
            <a:ext cx="508159" cy="543806"/>
            <a:chOff x="0" y="0"/>
            <a:chExt cx="508157" cy="543804"/>
          </a:xfrm>
        </p:grpSpPr>
        <p:sp>
          <p:nvSpPr>
            <p:cNvPr id="308" name="Freeform 35"/>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09" name="TextBox 36"/>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6</a:t>
              </a:r>
            </a:p>
          </p:txBody>
        </p:sp>
      </p:grpSp>
      <p:grpSp>
        <p:nvGrpSpPr>
          <p:cNvPr id="313" name="Group 37"/>
          <p:cNvGrpSpPr/>
          <p:nvPr/>
        </p:nvGrpSpPr>
        <p:grpSpPr>
          <a:xfrm>
            <a:off x="977740" y="4651002"/>
            <a:ext cx="508159" cy="543806"/>
            <a:chOff x="0" y="0"/>
            <a:chExt cx="508157" cy="543804"/>
          </a:xfrm>
        </p:grpSpPr>
        <p:sp>
          <p:nvSpPr>
            <p:cNvPr id="311" name="Freeform 38"/>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12" name="TextBox 39"/>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5</a:t>
              </a:r>
            </a:p>
          </p:txBody>
        </p:sp>
      </p:grpSp>
      <p:grpSp>
        <p:nvGrpSpPr>
          <p:cNvPr id="316" name="Group 40"/>
          <p:cNvGrpSpPr/>
          <p:nvPr/>
        </p:nvGrpSpPr>
        <p:grpSpPr>
          <a:xfrm>
            <a:off x="977740" y="7093215"/>
            <a:ext cx="508159" cy="543806"/>
            <a:chOff x="0" y="0"/>
            <a:chExt cx="508157" cy="543804"/>
          </a:xfrm>
        </p:grpSpPr>
        <p:sp>
          <p:nvSpPr>
            <p:cNvPr id="314" name="Freeform 4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15" name="TextBox 4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8</a:t>
              </a:r>
            </a:p>
          </p:txBody>
        </p:sp>
      </p:grpSp>
      <p:grpSp>
        <p:nvGrpSpPr>
          <p:cNvPr id="319" name="Group 43"/>
          <p:cNvGrpSpPr/>
          <p:nvPr/>
        </p:nvGrpSpPr>
        <p:grpSpPr>
          <a:xfrm>
            <a:off x="977740" y="7760845"/>
            <a:ext cx="508159" cy="543806"/>
            <a:chOff x="0" y="0"/>
            <a:chExt cx="508157" cy="543804"/>
          </a:xfrm>
        </p:grpSpPr>
        <p:sp>
          <p:nvSpPr>
            <p:cNvPr id="317" name="Freeform 44"/>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18" name="TextBox 45"/>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9</a:t>
              </a:r>
            </a:p>
          </p:txBody>
        </p:sp>
      </p:grpSp>
      <p:sp>
        <p:nvSpPr>
          <p:cNvPr id="320" name="Freeform 10"/>
          <p:cNvSpPr/>
          <p:nvPr/>
        </p:nvSpPr>
        <p:spPr>
          <a:xfrm>
            <a:off x="16313419" y="910464"/>
            <a:ext cx="945881" cy="236471"/>
          </a:xfrm>
          <a:prstGeom prst="rect">
            <a:avLst/>
          </a:prstGeom>
          <a:blipFill>
            <a:blip r:embed="rId2"/>
            <a:stretch>
              <a:fillRect/>
            </a:stretch>
          </a:blipFill>
          <a:ln w="12700">
            <a:miter lim="400000"/>
          </a:ln>
        </p:spPr>
        <p:txBody>
          <a:bodyPr lIns="45719" rIns="45719"/>
          <a:lstStyle/>
          <a:p>
            <a:pPr/>
          </a:p>
        </p:txBody>
      </p:sp>
      <p:sp>
        <p:nvSpPr>
          <p:cNvPr id="321" name="TextBox 46"/>
          <p:cNvSpPr txBox="1"/>
          <p:nvPr/>
        </p:nvSpPr>
        <p:spPr>
          <a:xfrm>
            <a:off x="198120" y="342899"/>
            <a:ext cx="17815561" cy="7640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4800">
                <a:solidFill>
                  <a:srgbClr val="0033CC"/>
                </a:solidFill>
                <a:latin typeface="Times New Roman"/>
                <a:ea typeface="Times New Roman"/>
                <a:cs typeface="Times New Roman"/>
                <a:sym typeface="Times New Roman"/>
              </a:defRPr>
            </a:lvl1pPr>
          </a:lstStyle>
          <a:p>
            <a:pPr/>
            <a:r>
              <a:t>TECHNOLOGIES USED</a:t>
            </a:r>
          </a:p>
        </p:txBody>
      </p:sp>
      <p:sp>
        <p:nvSpPr>
          <p:cNvPr id="322" name="TextBox 47"/>
          <p:cNvSpPr txBox="1"/>
          <p:nvPr/>
        </p:nvSpPr>
        <p:spPr>
          <a:xfrm>
            <a:off x="2255519" y="1638300"/>
            <a:ext cx="14990886" cy="1431735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800">
                <a:solidFill>
                  <a:srgbClr val="0033CC"/>
                </a:solidFill>
              </a:defRPr>
            </a:pPr>
            <a:r>
              <a:t>Frontend:</a:t>
            </a:r>
          </a:p>
          <a:p>
            <a:pPr>
              <a:defRPr sz="2800">
                <a:solidFill>
                  <a:srgbClr val="0033CC"/>
                </a:solidFill>
              </a:defRPr>
            </a:pPr>
          </a:p>
          <a:p>
            <a:pPr>
              <a:defRPr sz="2800"/>
            </a:pPr>
            <a:r>
              <a:t>1.HTML5</a:t>
            </a:r>
          </a:p>
          <a:p>
            <a:pPr>
              <a:defRPr sz="2800"/>
            </a:pPr>
            <a:r>
              <a:t>2.CSS3</a:t>
            </a:r>
          </a:p>
          <a:p>
            <a:pPr>
              <a:defRPr sz="2800"/>
            </a:pPr>
            <a:r>
              <a:t>3.Javascript</a:t>
            </a:r>
          </a:p>
          <a:p>
            <a:pPr>
              <a:defRPr sz="2800"/>
            </a:pPr>
          </a:p>
          <a:p>
            <a:pPr>
              <a:defRPr sz="2800">
                <a:solidFill>
                  <a:srgbClr val="0033CC"/>
                </a:solidFill>
              </a:defRPr>
            </a:pPr>
            <a:r>
              <a:t>Backend:</a:t>
            </a:r>
          </a:p>
          <a:p>
            <a:pPr>
              <a:defRPr sz="2800">
                <a:solidFill>
                  <a:srgbClr val="0033CC"/>
                </a:solidFill>
              </a:defRPr>
            </a:pPr>
          </a:p>
          <a:p>
            <a:pPr>
              <a:defRPr sz="2800"/>
            </a:pPr>
            <a:r>
              <a:t>1.Java Spring Boot</a:t>
            </a:r>
          </a:p>
          <a:p>
            <a:pPr>
              <a:defRPr sz="2800"/>
            </a:pPr>
            <a:r>
              <a:t>2.</a:t>
            </a:r>
            <a:r>
              <a:rPr>
                <a:latin typeface="Arial"/>
                <a:ea typeface="Arial"/>
                <a:cs typeface="Arial"/>
                <a:sym typeface="Arial"/>
              </a:rPr>
              <a:t> MySql Database</a:t>
            </a:r>
          </a:p>
          <a:p>
            <a:pPr>
              <a:defRPr sz="2800"/>
            </a:pPr>
          </a:p>
          <a:p>
            <a:pPr>
              <a:defRPr sz="2800">
                <a:solidFill>
                  <a:srgbClr val="0033CC"/>
                </a:solidFill>
              </a:defRPr>
            </a:pPr>
            <a:r>
              <a:t>Tools:</a:t>
            </a:r>
          </a:p>
          <a:p>
            <a:pPr>
              <a:defRPr sz="2800">
                <a:solidFill>
                  <a:srgbClr val="0033CC"/>
                </a:solidFill>
              </a:defRPr>
            </a:pPr>
          </a:p>
          <a:p>
            <a:pPr>
              <a:defRPr sz="2800"/>
            </a:pPr>
            <a:r>
              <a:t>1.Eclipse</a:t>
            </a:r>
          </a:p>
          <a:p>
            <a:pPr>
              <a:defRPr sz="2800"/>
            </a:pPr>
          </a:p>
          <a:p>
            <a:pPr>
              <a:defRPr sz="2800">
                <a:solidFill>
                  <a:srgbClr val="0033CC"/>
                </a:solidFill>
              </a:defRPr>
            </a:pPr>
            <a:r>
              <a:t>Software Requirements</a:t>
            </a:r>
            <a:r>
              <a:rPr>
                <a:solidFill>
                  <a:srgbClr val="000000"/>
                </a:solidFill>
              </a:rPr>
              <a:t>:</a:t>
            </a:r>
            <a:endParaRPr>
              <a:solidFill>
                <a:srgbClr val="000000"/>
              </a:solidFill>
            </a:endParaRPr>
          </a:p>
          <a:p>
            <a:pPr>
              <a:defRPr sz="2800"/>
            </a:pPr>
          </a:p>
          <a:p>
            <a:pPr>
              <a:defRPr sz="2800"/>
            </a:pPr>
            <a:r>
              <a:t>1.Windows </a:t>
            </a:r>
          </a:p>
          <a:p>
            <a:pPr>
              <a:defRPr sz="2800"/>
            </a:pPr>
            <a:r>
              <a:t>2. Web Browser</a:t>
            </a:r>
          </a:p>
          <a:p>
            <a:pP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E"/>
        </a:solidFill>
      </p:bgPr>
    </p:bg>
    <p:spTree>
      <p:nvGrpSpPr>
        <p:cNvPr id="1" name=""/>
        <p:cNvGrpSpPr/>
        <p:nvPr/>
      </p:nvGrpSpPr>
      <p:grpSpPr>
        <a:xfrm>
          <a:off x="0" y="0"/>
          <a:ext cx="0" cy="0"/>
          <a:chOff x="0" y="0"/>
          <a:chExt cx="0" cy="0"/>
        </a:xfrm>
      </p:grpSpPr>
      <p:grpSp>
        <p:nvGrpSpPr>
          <p:cNvPr id="326" name="Group 7"/>
          <p:cNvGrpSpPr/>
          <p:nvPr/>
        </p:nvGrpSpPr>
        <p:grpSpPr>
          <a:xfrm>
            <a:off x="735587" y="6653893"/>
            <a:ext cx="992464" cy="992464"/>
            <a:chOff x="0" y="0"/>
            <a:chExt cx="992462" cy="992462"/>
          </a:xfrm>
        </p:grpSpPr>
        <p:sp>
          <p:nvSpPr>
            <p:cNvPr id="324" name="Freeform 8"/>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pPr/>
            </a:p>
          </p:txBody>
        </p:sp>
        <p:sp>
          <p:nvSpPr>
            <p:cNvPr id="325" name="TextBox 9"/>
            <p:cNvSpPr txBox="1"/>
            <p:nvPr/>
          </p:nvSpPr>
          <p:spPr>
            <a:xfrm>
              <a:off x="93043" y="184610"/>
              <a:ext cx="806377" cy="5534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3700"/>
                </a:lnSpc>
                <a:defRPr sz="2600">
                  <a:solidFill>
                    <a:srgbClr val="FFFEFE"/>
                  </a:solidFill>
                  <a:latin typeface="Gotham"/>
                  <a:ea typeface="Gotham"/>
                  <a:cs typeface="Gotham"/>
                  <a:sym typeface="Gotham"/>
                </a:defRPr>
              </a:lvl1pPr>
            </a:lstStyle>
            <a:p>
              <a:pPr/>
              <a:r>
                <a:t>8</a:t>
              </a:r>
            </a:p>
          </p:txBody>
        </p:sp>
      </p:grpSp>
      <p:grpSp>
        <p:nvGrpSpPr>
          <p:cNvPr id="329" name="Group 10"/>
          <p:cNvGrpSpPr/>
          <p:nvPr/>
        </p:nvGrpSpPr>
        <p:grpSpPr>
          <a:xfrm>
            <a:off x="977740" y="3315742"/>
            <a:ext cx="508159" cy="543806"/>
            <a:chOff x="0" y="0"/>
            <a:chExt cx="508157" cy="543804"/>
          </a:xfrm>
        </p:grpSpPr>
        <p:sp>
          <p:nvSpPr>
            <p:cNvPr id="327" name="Freeform 1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28" name="TextBox 1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3</a:t>
              </a:r>
            </a:p>
          </p:txBody>
        </p:sp>
      </p:grpSp>
      <p:grpSp>
        <p:nvGrpSpPr>
          <p:cNvPr id="332" name="Group 13"/>
          <p:cNvGrpSpPr/>
          <p:nvPr/>
        </p:nvGrpSpPr>
        <p:grpSpPr>
          <a:xfrm>
            <a:off x="977740" y="1982348"/>
            <a:ext cx="508159" cy="543806"/>
            <a:chOff x="0" y="0"/>
            <a:chExt cx="508157" cy="543804"/>
          </a:xfrm>
        </p:grpSpPr>
        <p:sp>
          <p:nvSpPr>
            <p:cNvPr id="330" name="Freeform 14"/>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31" name="TextBox 15"/>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1</a:t>
              </a:r>
            </a:p>
          </p:txBody>
        </p:sp>
      </p:grpSp>
      <p:grpSp>
        <p:nvGrpSpPr>
          <p:cNvPr id="335" name="Group 16"/>
          <p:cNvGrpSpPr/>
          <p:nvPr/>
        </p:nvGrpSpPr>
        <p:grpSpPr>
          <a:xfrm>
            <a:off x="977740" y="3983373"/>
            <a:ext cx="508159" cy="543806"/>
            <a:chOff x="0" y="0"/>
            <a:chExt cx="508157" cy="543804"/>
          </a:xfrm>
        </p:grpSpPr>
        <p:sp>
          <p:nvSpPr>
            <p:cNvPr id="333" name="Freeform 1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34" name="TextBox 1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4</a:t>
              </a:r>
            </a:p>
          </p:txBody>
        </p:sp>
      </p:grpSp>
      <p:grpSp>
        <p:nvGrpSpPr>
          <p:cNvPr id="338" name="Group 19"/>
          <p:cNvGrpSpPr/>
          <p:nvPr/>
        </p:nvGrpSpPr>
        <p:grpSpPr>
          <a:xfrm>
            <a:off x="977740" y="2648112"/>
            <a:ext cx="508159" cy="543806"/>
            <a:chOff x="0" y="0"/>
            <a:chExt cx="508157" cy="543804"/>
          </a:xfrm>
        </p:grpSpPr>
        <p:sp>
          <p:nvSpPr>
            <p:cNvPr id="336" name="Freeform 2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37" name="TextBox 2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2</a:t>
              </a:r>
            </a:p>
          </p:txBody>
        </p:sp>
      </p:grpSp>
      <p:grpSp>
        <p:nvGrpSpPr>
          <p:cNvPr id="341" name="Group 22"/>
          <p:cNvGrpSpPr/>
          <p:nvPr/>
        </p:nvGrpSpPr>
        <p:grpSpPr>
          <a:xfrm>
            <a:off x="977740" y="5318633"/>
            <a:ext cx="508159" cy="543806"/>
            <a:chOff x="0" y="0"/>
            <a:chExt cx="508157" cy="543804"/>
          </a:xfrm>
        </p:grpSpPr>
        <p:sp>
          <p:nvSpPr>
            <p:cNvPr id="339" name="Freeform 23"/>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40" name="TextBox 24"/>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6</a:t>
              </a:r>
            </a:p>
          </p:txBody>
        </p:sp>
      </p:grpSp>
      <p:grpSp>
        <p:nvGrpSpPr>
          <p:cNvPr id="344" name="Group 25"/>
          <p:cNvGrpSpPr/>
          <p:nvPr/>
        </p:nvGrpSpPr>
        <p:grpSpPr>
          <a:xfrm>
            <a:off x="977740" y="4651002"/>
            <a:ext cx="508159" cy="543806"/>
            <a:chOff x="0" y="0"/>
            <a:chExt cx="508157" cy="543804"/>
          </a:xfrm>
        </p:grpSpPr>
        <p:sp>
          <p:nvSpPr>
            <p:cNvPr id="342" name="Freeform 26"/>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43" name="TextBox 27"/>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5</a:t>
              </a:r>
            </a:p>
          </p:txBody>
        </p:sp>
      </p:grpSp>
      <p:grpSp>
        <p:nvGrpSpPr>
          <p:cNvPr id="347" name="Group 28"/>
          <p:cNvGrpSpPr/>
          <p:nvPr/>
        </p:nvGrpSpPr>
        <p:grpSpPr>
          <a:xfrm>
            <a:off x="977740" y="5986264"/>
            <a:ext cx="508159" cy="543806"/>
            <a:chOff x="0" y="0"/>
            <a:chExt cx="508157" cy="543804"/>
          </a:xfrm>
        </p:grpSpPr>
        <p:sp>
          <p:nvSpPr>
            <p:cNvPr id="345" name="Freeform 29"/>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46" name="TextBox 30"/>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7</a:t>
              </a:r>
            </a:p>
          </p:txBody>
        </p:sp>
      </p:grpSp>
      <p:grpSp>
        <p:nvGrpSpPr>
          <p:cNvPr id="350" name="Group 31"/>
          <p:cNvGrpSpPr/>
          <p:nvPr/>
        </p:nvGrpSpPr>
        <p:grpSpPr>
          <a:xfrm>
            <a:off x="977740" y="7760845"/>
            <a:ext cx="508159" cy="543806"/>
            <a:chOff x="0" y="0"/>
            <a:chExt cx="508157" cy="543804"/>
          </a:xfrm>
        </p:grpSpPr>
        <p:sp>
          <p:nvSpPr>
            <p:cNvPr id="348" name="Freeform 32"/>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49" name="TextBox 33"/>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9</a:t>
              </a:r>
            </a:p>
          </p:txBody>
        </p:sp>
      </p:grpSp>
      <p:sp>
        <p:nvSpPr>
          <p:cNvPr id="351" name="Freeform 34"/>
          <p:cNvSpPr/>
          <p:nvPr/>
        </p:nvSpPr>
        <p:spPr>
          <a:xfrm>
            <a:off x="16313419" y="1028700"/>
            <a:ext cx="945881" cy="236470"/>
          </a:xfrm>
          <a:prstGeom prst="rect">
            <a:avLst/>
          </a:prstGeom>
          <a:blipFill>
            <a:blip r:embed="rId2"/>
            <a:stretch>
              <a:fillRect/>
            </a:stretch>
          </a:blipFill>
          <a:ln w="12700">
            <a:miter lim="400000"/>
          </a:ln>
        </p:spPr>
        <p:txBody>
          <a:bodyPr lIns="45719" rIns="45719"/>
          <a:lstStyle/>
          <a:p>
            <a:pPr/>
          </a:p>
        </p:txBody>
      </p:sp>
      <p:sp>
        <p:nvSpPr>
          <p:cNvPr id="352" name="Freeform 36"/>
          <p:cNvSpPr/>
          <p:nvPr/>
        </p:nvSpPr>
        <p:spPr>
          <a:xfrm>
            <a:off x="17170669" y="-178579"/>
            <a:ext cx="10994425" cy="10994424"/>
          </a:xfrm>
          <a:prstGeom prst="ellipse">
            <a:avLst/>
          </a:prstGeom>
          <a:ln w="514350" cap="sq">
            <a:solidFill>
              <a:srgbClr val="FD6220">
                <a:alpha val="11765"/>
              </a:srgbClr>
            </a:solidFill>
            <a:miter/>
          </a:ln>
        </p:spPr>
        <p:txBody>
          <a:bodyPr lIns="45719" rIns="45719"/>
          <a:lstStyle/>
          <a:p>
            <a:pPr/>
          </a:p>
        </p:txBody>
      </p:sp>
      <p:sp>
        <p:nvSpPr>
          <p:cNvPr id="353" name="TextBox 42"/>
          <p:cNvSpPr txBox="1"/>
          <p:nvPr/>
        </p:nvSpPr>
        <p:spPr>
          <a:xfrm>
            <a:off x="198120" y="342899"/>
            <a:ext cx="17815561" cy="7640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4800">
                <a:solidFill>
                  <a:srgbClr val="0033CC"/>
                </a:solidFill>
                <a:latin typeface="Times New Roman"/>
                <a:ea typeface="Times New Roman"/>
                <a:cs typeface="Times New Roman"/>
                <a:sym typeface="Times New Roman"/>
              </a:defRPr>
            </a:lvl1pPr>
          </a:lstStyle>
          <a:p>
            <a:pPr/>
            <a:r>
              <a:t>MODULE DESCRIPTION</a:t>
            </a:r>
          </a:p>
        </p:txBody>
      </p:sp>
      <p:sp>
        <p:nvSpPr>
          <p:cNvPr id="354" name="TextBox 43"/>
          <p:cNvSpPr txBox="1"/>
          <p:nvPr/>
        </p:nvSpPr>
        <p:spPr>
          <a:xfrm>
            <a:off x="2222694" y="1334585"/>
            <a:ext cx="14990886" cy="1037615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2800"/>
            </a:pPr>
          </a:p>
          <a:p>
            <a:pPr>
              <a:defRPr b="1" sz="2800"/>
            </a:pPr>
            <a:r>
              <a:t>Module 1: Event Management:</a:t>
            </a:r>
          </a:p>
          <a:p>
            <a:pPr marL="457200" indent="-457200">
              <a:buSzPct val="100000"/>
              <a:buFont typeface="Arial"/>
              <a:buChar char="•"/>
              <a:defRPr sz="2800"/>
            </a:pPr>
            <a:r>
              <a:t>Display Events Dynamically.</a:t>
            </a:r>
          </a:p>
          <a:p>
            <a:pPr marL="457200" indent="-457200">
              <a:buSzPct val="100000"/>
              <a:buFont typeface="Arial"/>
              <a:buChar char="•"/>
              <a:defRPr sz="2800"/>
            </a:pPr>
            <a:r>
              <a:t>Organize Events By Category.</a:t>
            </a:r>
          </a:p>
          <a:p>
            <a:pPr marL="457200" indent="-457200">
              <a:buSzPct val="100000"/>
              <a:buFont typeface="Arial"/>
              <a:buChar char="•"/>
              <a:defRPr sz="2800"/>
            </a:pPr>
            <a:r>
              <a:t>View Event Details.</a:t>
            </a:r>
          </a:p>
          <a:p>
            <a:pPr>
              <a:defRPr sz="2800"/>
            </a:pPr>
          </a:p>
          <a:p>
            <a:pPr>
              <a:defRPr b="1" sz="2800"/>
            </a:pPr>
            <a:r>
              <a:t>Module 2: Registration Management:</a:t>
            </a:r>
          </a:p>
          <a:p>
            <a:pPr marL="457200" indent="-457200">
              <a:buSzPct val="100000"/>
              <a:buFont typeface="Arial"/>
              <a:buChar char="•"/>
              <a:defRPr sz="2800"/>
            </a:pPr>
            <a:r>
              <a:t>Register For Events.</a:t>
            </a:r>
          </a:p>
          <a:p>
            <a:pPr marL="457200" indent="-457200">
              <a:buSzPct val="100000"/>
              <a:buFont typeface="Arial"/>
              <a:buChar char="•"/>
              <a:defRPr sz="2800"/>
            </a:pPr>
            <a:r>
              <a:t>Cancel Registration.</a:t>
            </a:r>
          </a:p>
          <a:p>
            <a:pPr marL="457200" indent="-457200">
              <a:buSzPct val="100000"/>
              <a:buFont typeface="Arial"/>
              <a:buChar char="•"/>
              <a:defRPr sz="2800"/>
            </a:pPr>
            <a:r>
              <a:t>View Registered Events.</a:t>
            </a:r>
          </a:p>
          <a:p>
            <a:pPr>
              <a:defRPr sz="2800"/>
            </a:pPr>
          </a:p>
          <a:p>
            <a:pPr>
              <a:defRPr b="1" sz="2800"/>
            </a:pPr>
            <a:r>
              <a:t>Module 3: Data Persistence Module:</a:t>
            </a:r>
          </a:p>
          <a:p>
            <a:pPr marL="457200" indent="-457200">
              <a:buSzPct val="100000"/>
              <a:buFont typeface="Arial"/>
              <a:buChar char="•"/>
              <a:defRPr sz="2800"/>
            </a:pPr>
            <a:r>
              <a:t>Stores Event &amp; User Data in MySql DataBase.</a:t>
            </a:r>
          </a:p>
          <a:p>
            <a:pPr marL="457200" indent="-457200">
              <a:buSzPct val="100000"/>
              <a:buFont typeface="Arial"/>
              <a:buChar char="•"/>
              <a:defRPr sz="2800"/>
            </a:pPr>
            <a:r>
              <a:t>Retrieves Data After Refresh.</a:t>
            </a:r>
          </a:p>
          <a:p>
            <a:pPr>
              <a:defRPr sz="2800"/>
            </a:pPr>
          </a:p>
          <a:p>
            <a:pPr>
              <a:defRPr b="1" sz="2800"/>
            </a:pPr>
            <a:r>
              <a:t>Module 4: Notification Module:</a:t>
            </a:r>
          </a:p>
          <a:p>
            <a:pPr marL="457200" indent="-457200">
              <a:buSzPct val="100000"/>
              <a:buFont typeface="Arial"/>
              <a:buChar char="•"/>
              <a:defRPr sz="2800"/>
            </a:pPr>
            <a:r>
              <a:t>Send Confirmation Email After Registration.</a:t>
            </a:r>
          </a:p>
          <a:p>
            <a:pPr marL="457200" indent="-457200">
              <a:buSzPct val="100000"/>
              <a:buFont typeface="Arial"/>
              <a:buChar char="•"/>
              <a:defRPr sz="2800"/>
            </a:pPr>
            <a:r>
              <a:t>Notify Users About Event Updates.</a:t>
            </a:r>
          </a:p>
          <a:p>
            <a:pPr>
              <a:defRPr sz="2800"/>
            </a:pPr>
          </a:p>
          <a:p>
            <a:pPr>
              <a:defRPr sz="2800"/>
            </a:pPr>
          </a:p>
          <a:p>
            <a:pPr>
              <a:defRPr sz="2800"/>
            </a:pPr>
          </a:p>
          <a:p>
            <a:pPr>
              <a:defRPr sz="2800"/>
            </a:pPr>
          </a:p>
          <a:p>
            <a:pPr>
              <a:defRPr sz="2800"/>
            </a:pP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E"/>
        </a:solidFill>
      </p:bgPr>
    </p:bg>
    <p:spTree>
      <p:nvGrpSpPr>
        <p:cNvPr id="1" name=""/>
        <p:cNvGrpSpPr/>
        <p:nvPr/>
      </p:nvGrpSpPr>
      <p:grpSpPr>
        <a:xfrm>
          <a:off x="0" y="0"/>
          <a:ext cx="0" cy="0"/>
          <a:chOff x="0" y="0"/>
          <a:chExt cx="0" cy="0"/>
        </a:xfrm>
      </p:grpSpPr>
      <p:grpSp>
        <p:nvGrpSpPr>
          <p:cNvPr id="358" name="Group 7"/>
          <p:cNvGrpSpPr/>
          <p:nvPr/>
        </p:nvGrpSpPr>
        <p:grpSpPr>
          <a:xfrm>
            <a:off x="735587" y="6653893"/>
            <a:ext cx="992464" cy="992464"/>
            <a:chOff x="0" y="0"/>
            <a:chExt cx="992462" cy="992462"/>
          </a:xfrm>
        </p:grpSpPr>
        <p:sp>
          <p:nvSpPr>
            <p:cNvPr id="356" name="Freeform 8"/>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pPr/>
            </a:p>
          </p:txBody>
        </p:sp>
        <p:sp>
          <p:nvSpPr>
            <p:cNvPr id="357" name="TextBox 9"/>
            <p:cNvSpPr txBox="1"/>
            <p:nvPr/>
          </p:nvSpPr>
          <p:spPr>
            <a:xfrm>
              <a:off x="93043" y="187530"/>
              <a:ext cx="806377" cy="54761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3700"/>
                </a:lnSpc>
                <a:defRPr b="1" sz="2400">
                  <a:solidFill>
                    <a:srgbClr val="002060"/>
                  </a:solidFill>
                  <a:latin typeface="Gotham"/>
                  <a:ea typeface="Gotham"/>
                  <a:cs typeface="Gotham"/>
                  <a:sym typeface="Gotham"/>
                </a:defRPr>
              </a:lvl1pPr>
            </a:lstStyle>
            <a:p>
              <a:pPr/>
              <a:r>
                <a:t>8(A)</a:t>
              </a:r>
            </a:p>
          </p:txBody>
        </p:sp>
      </p:grpSp>
      <p:grpSp>
        <p:nvGrpSpPr>
          <p:cNvPr id="361" name="Group 10"/>
          <p:cNvGrpSpPr/>
          <p:nvPr/>
        </p:nvGrpSpPr>
        <p:grpSpPr>
          <a:xfrm>
            <a:off x="977740" y="3315742"/>
            <a:ext cx="508159" cy="543806"/>
            <a:chOff x="0" y="0"/>
            <a:chExt cx="508157" cy="543804"/>
          </a:xfrm>
        </p:grpSpPr>
        <p:sp>
          <p:nvSpPr>
            <p:cNvPr id="359" name="Freeform 1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60" name="TextBox 1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3</a:t>
              </a:r>
            </a:p>
          </p:txBody>
        </p:sp>
      </p:grpSp>
      <p:grpSp>
        <p:nvGrpSpPr>
          <p:cNvPr id="364" name="Group 13"/>
          <p:cNvGrpSpPr/>
          <p:nvPr/>
        </p:nvGrpSpPr>
        <p:grpSpPr>
          <a:xfrm>
            <a:off x="977740" y="1982348"/>
            <a:ext cx="508159" cy="543806"/>
            <a:chOff x="0" y="0"/>
            <a:chExt cx="508157" cy="543804"/>
          </a:xfrm>
        </p:grpSpPr>
        <p:sp>
          <p:nvSpPr>
            <p:cNvPr id="362" name="Freeform 14"/>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63" name="TextBox 15"/>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1</a:t>
              </a:r>
            </a:p>
          </p:txBody>
        </p:sp>
      </p:grpSp>
      <p:grpSp>
        <p:nvGrpSpPr>
          <p:cNvPr id="367" name="Group 16"/>
          <p:cNvGrpSpPr/>
          <p:nvPr/>
        </p:nvGrpSpPr>
        <p:grpSpPr>
          <a:xfrm>
            <a:off x="977740" y="3983373"/>
            <a:ext cx="508159" cy="543806"/>
            <a:chOff x="0" y="0"/>
            <a:chExt cx="508157" cy="543804"/>
          </a:xfrm>
        </p:grpSpPr>
        <p:sp>
          <p:nvSpPr>
            <p:cNvPr id="365" name="Freeform 1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66" name="TextBox 1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4</a:t>
              </a:r>
            </a:p>
          </p:txBody>
        </p:sp>
      </p:grpSp>
      <p:grpSp>
        <p:nvGrpSpPr>
          <p:cNvPr id="370" name="Group 19"/>
          <p:cNvGrpSpPr/>
          <p:nvPr/>
        </p:nvGrpSpPr>
        <p:grpSpPr>
          <a:xfrm>
            <a:off x="977740" y="2648112"/>
            <a:ext cx="508159" cy="543806"/>
            <a:chOff x="0" y="0"/>
            <a:chExt cx="508157" cy="543804"/>
          </a:xfrm>
        </p:grpSpPr>
        <p:sp>
          <p:nvSpPr>
            <p:cNvPr id="368" name="Freeform 2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69" name="TextBox 2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2</a:t>
              </a:r>
            </a:p>
          </p:txBody>
        </p:sp>
      </p:grpSp>
      <p:grpSp>
        <p:nvGrpSpPr>
          <p:cNvPr id="373" name="Group 22"/>
          <p:cNvGrpSpPr/>
          <p:nvPr/>
        </p:nvGrpSpPr>
        <p:grpSpPr>
          <a:xfrm>
            <a:off x="977740" y="5318633"/>
            <a:ext cx="508159" cy="543806"/>
            <a:chOff x="0" y="0"/>
            <a:chExt cx="508157" cy="543804"/>
          </a:xfrm>
        </p:grpSpPr>
        <p:sp>
          <p:nvSpPr>
            <p:cNvPr id="371" name="Freeform 23"/>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72" name="TextBox 24"/>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6</a:t>
              </a:r>
            </a:p>
          </p:txBody>
        </p:sp>
      </p:grpSp>
      <p:grpSp>
        <p:nvGrpSpPr>
          <p:cNvPr id="376" name="Group 25"/>
          <p:cNvGrpSpPr/>
          <p:nvPr/>
        </p:nvGrpSpPr>
        <p:grpSpPr>
          <a:xfrm>
            <a:off x="977740" y="4651002"/>
            <a:ext cx="508159" cy="543806"/>
            <a:chOff x="0" y="0"/>
            <a:chExt cx="508157" cy="543804"/>
          </a:xfrm>
        </p:grpSpPr>
        <p:sp>
          <p:nvSpPr>
            <p:cNvPr id="374" name="Freeform 26"/>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75" name="TextBox 27"/>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5</a:t>
              </a:r>
            </a:p>
          </p:txBody>
        </p:sp>
      </p:grpSp>
      <p:grpSp>
        <p:nvGrpSpPr>
          <p:cNvPr id="379" name="Group 28"/>
          <p:cNvGrpSpPr/>
          <p:nvPr/>
        </p:nvGrpSpPr>
        <p:grpSpPr>
          <a:xfrm>
            <a:off x="977740" y="5986264"/>
            <a:ext cx="508159" cy="543806"/>
            <a:chOff x="0" y="0"/>
            <a:chExt cx="508157" cy="543804"/>
          </a:xfrm>
        </p:grpSpPr>
        <p:sp>
          <p:nvSpPr>
            <p:cNvPr id="377" name="Freeform 29"/>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78" name="TextBox 30"/>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7</a:t>
              </a:r>
            </a:p>
          </p:txBody>
        </p:sp>
      </p:grpSp>
      <p:grpSp>
        <p:nvGrpSpPr>
          <p:cNvPr id="382" name="Group 31"/>
          <p:cNvGrpSpPr/>
          <p:nvPr/>
        </p:nvGrpSpPr>
        <p:grpSpPr>
          <a:xfrm>
            <a:off x="977740" y="7760845"/>
            <a:ext cx="508159" cy="543806"/>
            <a:chOff x="0" y="0"/>
            <a:chExt cx="508157" cy="543804"/>
          </a:xfrm>
        </p:grpSpPr>
        <p:sp>
          <p:nvSpPr>
            <p:cNvPr id="380" name="Freeform 32"/>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81" name="TextBox 33"/>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9</a:t>
              </a:r>
            </a:p>
          </p:txBody>
        </p:sp>
      </p:grpSp>
      <p:sp>
        <p:nvSpPr>
          <p:cNvPr id="383" name="Freeform 34"/>
          <p:cNvSpPr/>
          <p:nvPr/>
        </p:nvSpPr>
        <p:spPr>
          <a:xfrm>
            <a:off x="16313419" y="1028699"/>
            <a:ext cx="945881" cy="236471"/>
          </a:xfrm>
          <a:prstGeom prst="rect">
            <a:avLst/>
          </a:prstGeom>
          <a:blipFill>
            <a:blip r:embed="rId2"/>
            <a:stretch>
              <a:fillRect/>
            </a:stretch>
          </a:blipFill>
          <a:ln w="12700">
            <a:miter lim="400000"/>
          </a:ln>
        </p:spPr>
        <p:txBody>
          <a:bodyPr lIns="45719" rIns="45719"/>
          <a:lstStyle/>
          <a:p>
            <a:pPr/>
          </a:p>
        </p:txBody>
      </p:sp>
      <p:sp>
        <p:nvSpPr>
          <p:cNvPr id="384" name="Freeform 36"/>
          <p:cNvSpPr/>
          <p:nvPr/>
        </p:nvSpPr>
        <p:spPr>
          <a:xfrm>
            <a:off x="17170670" y="-178579"/>
            <a:ext cx="10994424" cy="10994424"/>
          </a:xfrm>
          <a:prstGeom prst="ellipse">
            <a:avLst/>
          </a:prstGeom>
          <a:ln w="514350" cap="sq">
            <a:solidFill>
              <a:srgbClr val="FD6220">
                <a:alpha val="11765"/>
              </a:srgbClr>
            </a:solidFill>
            <a:miter/>
          </a:ln>
        </p:spPr>
        <p:txBody>
          <a:bodyPr lIns="45719" rIns="45719"/>
          <a:lstStyle/>
          <a:p>
            <a:pPr/>
          </a:p>
        </p:txBody>
      </p:sp>
      <p:sp>
        <p:nvSpPr>
          <p:cNvPr id="385" name="TextBox 42"/>
          <p:cNvSpPr txBox="1"/>
          <p:nvPr/>
        </p:nvSpPr>
        <p:spPr>
          <a:xfrm>
            <a:off x="198119" y="342899"/>
            <a:ext cx="17815562" cy="7640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4800">
                <a:solidFill>
                  <a:srgbClr val="0033CC"/>
                </a:solidFill>
                <a:latin typeface="Times New Roman"/>
                <a:ea typeface="Times New Roman"/>
                <a:cs typeface="Times New Roman"/>
                <a:sym typeface="Times New Roman"/>
              </a:defRPr>
            </a:lvl1pPr>
          </a:lstStyle>
          <a:p>
            <a:pPr/>
            <a:r>
              <a:t>IMPLEMENTATION SCREENSHOTS</a:t>
            </a:r>
          </a:p>
        </p:txBody>
      </p:sp>
      <p:sp>
        <p:nvSpPr>
          <p:cNvPr id="386" name="TextBox 43"/>
          <p:cNvSpPr txBox="1"/>
          <p:nvPr/>
        </p:nvSpPr>
        <p:spPr>
          <a:xfrm>
            <a:off x="2388868" y="1663365"/>
            <a:ext cx="14990886" cy="605815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800">
                <a:solidFill>
                  <a:srgbClr val="0033CC"/>
                </a:solidFill>
              </a:defRPr>
            </a:pPr>
            <a:r>
              <a:t>Login Page :</a:t>
            </a:r>
          </a:p>
          <a:p>
            <a:pP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p:txBody>
      </p:sp>
      <p:pic>
        <p:nvPicPr>
          <p:cNvPr id="387" name="Screenshot 2026-05-06 at 9.19.53 AM.png" descr="Screenshot 2026-05-06 at 9.19.53 AM.png"/>
          <p:cNvPicPr>
            <a:picLocks noChangeAspect="1"/>
          </p:cNvPicPr>
          <p:nvPr/>
        </p:nvPicPr>
        <p:blipFill>
          <a:blip r:embed="rId3">
            <a:extLst/>
          </a:blip>
          <a:stretch>
            <a:fillRect/>
          </a:stretch>
        </p:blipFill>
        <p:spPr>
          <a:xfrm>
            <a:off x="2938488" y="2270122"/>
            <a:ext cx="11713301" cy="7617631"/>
          </a:xfrm>
          <a:prstGeom prst="rect">
            <a:avLst/>
          </a:prstGeom>
          <a:ln w="12700">
            <a:miter lim="400000"/>
          </a:ln>
        </p:spPr>
      </p:pic>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E"/>
        </a:solidFill>
      </p:bgPr>
    </p:bg>
    <p:spTree>
      <p:nvGrpSpPr>
        <p:cNvPr id="1" name=""/>
        <p:cNvGrpSpPr/>
        <p:nvPr/>
      </p:nvGrpSpPr>
      <p:grpSpPr>
        <a:xfrm>
          <a:off x="0" y="0"/>
          <a:ext cx="0" cy="0"/>
          <a:chOff x="0" y="0"/>
          <a:chExt cx="0" cy="0"/>
        </a:xfrm>
      </p:grpSpPr>
      <p:grpSp>
        <p:nvGrpSpPr>
          <p:cNvPr id="391" name="Group 7"/>
          <p:cNvGrpSpPr/>
          <p:nvPr/>
        </p:nvGrpSpPr>
        <p:grpSpPr>
          <a:xfrm>
            <a:off x="735587" y="6653893"/>
            <a:ext cx="992464" cy="992464"/>
            <a:chOff x="0" y="0"/>
            <a:chExt cx="992462" cy="992462"/>
          </a:xfrm>
        </p:grpSpPr>
        <p:sp>
          <p:nvSpPr>
            <p:cNvPr id="389" name="Freeform 8"/>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pPr/>
            </a:p>
          </p:txBody>
        </p:sp>
        <p:sp>
          <p:nvSpPr>
            <p:cNvPr id="390" name="TextBox 9"/>
            <p:cNvSpPr txBox="1"/>
            <p:nvPr/>
          </p:nvSpPr>
          <p:spPr>
            <a:xfrm>
              <a:off x="93043" y="187530"/>
              <a:ext cx="806377" cy="54761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3700"/>
                </a:lnSpc>
                <a:defRPr b="1" sz="2400">
                  <a:solidFill>
                    <a:srgbClr val="002060"/>
                  </a:solidFill>
                  <a:latin typeface="Gotham"/>
                  <a:ea typeface="Gotham"/>
                  <a:cs typeface="Gotham"/>
                  <a:sym typeface="Gotham"/>
                </a:defRPr>
              </a:lvl1pPr>
            </a:lstStyle>
            <a:p>
              <a:pPr/>
              <a:r>
                <a:t>8</a:t>
              </a:r>
            </a:p>
          </p:txBody>
        </p:sp>
      </p:grpSp>
      <p:grpSp>
        <p:nvGrpSpPr>
          <p:cNvPr id="394" name="Group 10"/>
          <p:cNvGrpSpPr/>
          <p:nvPr/>
        </p:nvGrpSpPr>
        <p:grpSpPr>
          <a:xfrm>
            <a:off x="977740" y="3315742"/>
            <a:ext cx="508159" cy="543806"/>
            <a:chOff x="0" y="0"/>
            <a:chExt cx="508157" cy="543804"/>
          </a:xfrm>
        </p:grpSpPr>
        <p:sp>
          <p:nvSpPr>
            <p:cNvPr id="392" name="Freeform 1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93" name="TextBox 1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3</a:t>
              </a:r>
            </a:p>
          </p:txBody>
        </p:sp>
      </p:grpSp>
      <p:grpSp>
        <p:nvGrpSpPr>
          <p:cNvPr id="397" name="Group 13"/>
          <p:cNvGrpSpPr/>
          <p:nvPr/>
        </p:nvGrpSpPr>
        <p:grpSpPr>
          <a:xfrm>
            <a:off x="977740" y="1982348"/>
            <a:ext cx="508159" cy="543806"/>
            <a:chOff x="0" y="0"/>
            <a:chExt cx="508157" cy="543804"/>
          </a:xfrm>
        </p:grpSpPr>
        <p:sp>
          <p:nvSpPr>
            <p:cNvPr id="395" name="Freeform 14"/>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96" name="TextBox 15"/>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1</a:t>
              </a:r>
            </a:p>
          </p:txBody>
        </p:sp>
      </p:grpSp>
      <p:grpSp>
        <p:nvGrpSpPr>
          <p:cNvPr id="400" name="Group 16"/>
          <p:cNvGrpSpPr/>
          <p:nvPr/>
        </p:nvGrpSpPr>
        <p:grpSpPr>
          <a:xfrm>
            <a:off x="977740" y="3983373"/>
            <a:ext cx="508159" cy="543806"/>
            <a:chOff x="0" y="0"/>
            <a:chExt cx="508157" cy="543804"/>
          </a:xfrm>
        </p:grpSpPr>
        <p:sp>
          <p:nvSpPr>
            <p:cNvPr id="398" name="Freeform 1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99" name="TextBox 1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4</a:t>
              </a:r>
            </a:p>
          </p:txBody>
        </p:sp>
      </p:grpSp>
      <p:grpSp>
        <p:nvGrpSpPr>
          <p:cNvPr id="403" name="Group 19"/>
          <p:cNvGrpSpPr/>
          <p:nvPr/>
        </p:nvGrpSpPr>
        <p:grpSpPr>
          <a:xfrm>
            <a:off x="977740" y="2648112"/>
            <a:ext cx="508159" cy="543806"/>
            <a:chOff x="0" y="0"/>
            <a:chExt cx="508157" cy="543804"/>
          </a:xfrm>
        </p:grpSpPr>
        <p:sp>
          <p:nvSpPr>
            <p:cNvPr id="401" name="Freeform 2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02" name="TextBox 2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2</a:t>
              </a:r>
            </a:p>
          </p:txBody>
        </p:sp>
      </p:grpSp>
      <p:grpSp>
        <p:nvGrpSpPr>
          <p:cNvPr id="406" name="Group 22"/>
          <p:cNvGrpSpPr/>
          <p:nvPr/>
        </p:nvGrpSpPr>
        <p:grpSpPr>
          <a:xfrm>
            <a:off x="977740" y="5318633"/>
            <a:ext cx="508159" cy="543806"/>
            <a:chOff x="0" y="0"/>
            <a:chExt cx="508157" cy="543804"/>
          </a:xfrm>
        </p:grpSpPr>
        <p:sp>
          <p:nvSpPr>
            <p:cNvPr id="404" name="Freeform 23"/>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05" name="TextBox 24"/>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6</a:t>
              </a:r>
            </a:p>
          </p:txBody>
        </p:sp>
      </p:grpSp>
      <p:grpSp>
        <p:nvGrpSpPr>
          <p:cNvPr id="409" name="Group 25"/>
          <p:cNvGrpSpPr/>
          <p:nvPr/>
        </p:nvGrpSpPr>
        <p:grpSpPr>
          <a:xfrm>
            <a:off x="977740" y="4651002"/>
            <a:ext cx="508159" cy="543806"/>
            <a:chOff x="0" y="0"/>
            <a:chExt cx="508157" cy="543804"/>
          </a:xfrm>
        </p:grpSpPr>
        <p:sp>
          <p:nvSpPr>
            <p:cNvPr id="407" name="Freeform 26"/>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08" name="TextBox 27"/>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5</a:t>
              </a:r>
            </a:p>
          </p:txBody>
        </p:sp>
      </p:grpSp>
      <p:grpSp>
        <p:nvGrpSpPr>
          <p:cNvPr id="412" name="Group 28"/>
          <p:cNvGrpSpPr/>
          <p:nvPr/>
        </p:nvGrpSpPr>
        <p:grpSpPr>
          <a:xfrm>
            <a:off x="977740" y="5986264"/>
            <a:ext cx="508159" cy="543806"/>
            <a:chOff x="0" y="0"/>
            <a:chExt cx="508157" cy="543804"/>
          </a:xfrm>
        </p:grpSpPr>
        <p:sp>
          <p:nvSpPr>
            <p:cNvPr id="410" name="Freeform 29"/>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11" name="TextBox 30"/>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7</a:t>
              </a:r>
            </a:p>
          </p:txBody>
        </p:sp>
      </p:grpSp>
      <p:grpSp>
        <p:nvGrpSpPr>
          <p:cNvPr id="415" name="Group 31"/>
          <p:cNvGrpSpPr/>
          <p:nvPr/>
        </p:nvGrpSpPr>
        <p:grpSpPr>
          <a:xfrm>
            <a:off x="977740" y="7760845"/>
            <a:ext cx="508159" cy="543806"/>
            <a:chOff x="0" y="0"/>
            <a:chExt cx="508157" cy="543804"/>
          </a:xfrm>
        </p:grpSpPr>
        <p:sp>
          <p:nvSpPr>
            <p:cNvPr id="413" name="Freeform 32"/>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14" name="TextBox 33"/>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9</a:t>
              </a:r>
            </a:p>
          </p:txBody>
        </p:sp>
      </p:grpSp>
      <p:sp>
        <p:nvSpPr>
          <p:cNvPr id="416" name="Freeform 34"/>
          <p:cNvSpPr/>
          <p:nvPr/>
        </p:nvSpPr>
        <p:spPr>
          <a:xfrm>
            <a:off x="16313419" y="1028699"/>
            <a:ext cx="945881" cy="236471"/>
          </a:xfrm>
          <a:prstGeom prst="rect">
            <a:avLst/>
          </a:prstGeom>
          <a:blipFill>
            <a:blip r:embed="rId2"/>
            <a:stretch>
              <a:fillRect/>
            </a:stretch>
          </a:blipFill>
          <a:ln w="12700">
            <a:miter lim="400000"/>
          </a:ln>
        </p:spPr>
        <p:txBody>
          <a:bodyPr lIns="45719" rIns="45719"/>
          <a:lstStyle/>
          <a:p>
            <a:pPr/>
          </a:p>
        </p:txBody>
      </p:sp>
      <p:sp>
        <p:nvSpPr>
          <p:cNvPr id="417" name="Freeform 36"/>
          <p:cNvSpPr/>
          <p:nvPr/>
        </p:nvSpPr>
        <p:spPr>
          <a:xfrm>
            <a:off x="17170670" y="-178579"/>
            <a:ext cx="10994424" cy="10994424"/>
          </a:xfrm>
          <a:prstGeom prst="ellipse">
            <a:avLst/>
          </a:prstGeom>
          <a:ln w="514350" cap="sq">
            <a:solidFill>
              <a:srgbClr val="FD6220">
                <a:alpha val="11765"/>
              </a:srgbClr>
            </a:solidFill>
            <a:miter/>
          </a:ln>
        </p:spPr>
        <p:txBody>
          <a:bodyPr lIns="45719" rIns="45719"/>
          <a:lstStyle/>
          <a:p>
            <a:pPr/>
          </a:p>
        </p:txBody>
      </p:sp>
      <p:sp>
        <p:nvSpPr>
          <p:cNvPr id="418" name="TextBox 42"/>
          <p:cNvSpPr txBox="1"/>
          <p:nvPr/>
        </p:nvSpPr>
        <p:spPr>
          <a:xfrm>
            <a:off x="198119" y="342899"/>
            <a:ext cx="17815562" cy="7640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4800">
                <a:solidFill>
                  <a:srgbClr val="0033CC"/>
                </a:solidFill>
                <a:latin typeface="Times New Roman"/>
                <a:ea typeface="Times New Roman"/>
                <a:cs typeface="Times New Roman"/>
                <a:sym typeface="Times New Roman"/>
              </a:defRPr>
            </a:lvl1pPr>
          </a:lstStyle>
          <a:p>
            <a:pPr/>
            <a:r>
              <a:t>IMPLEMENTATION SCREENSHOTS</a:t>
            </a:r>
          </a:p>
        </p:txBody>
      </p:sp>
      <p:sp>
        <p:nvSpPr>
          <p:cNvPr id="419" name="TextBox 43"/>
          <p:cNvSpPr txBox="1"/>
          <p:nvPr/>
        </p:nvSpPr>
        <p:spPr>
          <a:xfrm>
            <a:off x="2548710" y="1293744"/>
            <a:ext cx="14734880" cy="605815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800">
                <a:solidFill>
                  <a:srgbClr val="0033CC"/>
                </a:solidFill>
              </a:defRPr>
            </a:pPr>
            <a:r>
              <a:t>Home Page:</a:t>
            </a:r>
          </a:p>
          <a:p>
            <a:pPr>
              <a:defRPr sz="2800">
                <a:solidFill>
                  <a:srgbClr val="0033CC"/>
                </a:solidFill>
              </a:defRPr>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p:txBody>
      </p:sp>
      <p:pic>
        <p:nvPicPr>
          <p:cNvPr id="420" name="Screenshot 2026-05-06 at 9.23.18 AM.png" descr="Screenshot 2026-05-06 at 9.23.18 AM.png"/>
          <p:cNvPicPr>
            <a:picLocks noChangeAspect="1"/>
          </p:cNvPicPr>
          <p:nvPr/>
        </p:nvPicPr>
        <p:blipFill>
          <a:blip r:embed="rId3">
            <a:extLst/>
          </a:blip>
          <a:stretch>
            <a:fillRect/>
          </a:stretch>
        </p:blipFill>
        <p:spPr>
          <a:xfrm>
            <a:off x="3351513" y="2157825"/>
            <a:ext cx="11508774" cy="7484619"/>
          </a:xfrm>
          <a:prstGeom prst="rect">
            <a:avLst/>
          </a:prstGeom>
          <a:ln w="12700">
            <a:miter lim="400000"/>
          </a:ln>
        </p:spPr>
      </p:pic>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E"/>
        </a:solidFill>
      </p:bgPr>
    </p:bg>
    <p:spTree>
      <p:nvGrpSpPr>
        <p:cNvPr id="1" name=""/>
        <p:cNvGrpSpPr/>
        <p:nvPr/>
      </p:nvGrpSpPr>
      <p:grpSpPr>
        <a:xfrm>
          <a:off x="0" y="0"/>
          <a:ext cx="0" cy="0"/>
          <a:chOff x="0" y="0"/>
          <a:chExt cx="0" cy="0"/>
        </a:xfrm>
      </p:grpSpPr>
      <p:grpSp>
        <p:nvGrpSpPr>
          <p:cNvPr id="424" name="Group 7"/>
          <p:cNvGrpSpPr/>
          <p:nvPr/>
        </p:nvGrpSpPr>
        <p:grpSpPr>
          <a:xfrm>
            <a:off x="735587" y="6653893"/>
            <a:ext cx="992464" cy="992464"/>
            <a:chOff x="0" y="0"/>
            <a:chExt cx="992462" cy="992462"/>
          </a:xfrm>
        </p:grpSpPr>
        <p:sp>
          <p:nvSpPr>
            <p:cNvPr id="422" name="Freeform 8"/>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pPr/>
            </a:p>
          </p:txBody>
        </p:sp>
        <p:sp>
          <p:nvSpPr>
            <p:cNvPr id="423" name="TextBox 9"/>
            <p:cNvSpPr txBox="1"/>
            <p:nvPr/>
          </p:nvSpPr>
          <p:spPr>
            <a:xfrm>
              <a:off x="93043" y="187530"/>
              <a:ext cx="806377" cy="54761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3700"/>
                </a:lnSpc>
                <a:defRPr b="1" sz="2400">
                  <a:solidFill>
                    <a:srgbClr val="002060"/>
                  </a:solidFill>
                  <a:latin typeface="Gotham"/>
                  <a:ea typeface="Gotham"/>
                  <a:cs typeface="Gotham"/>
                  <a:sym typeface="Gotham"/>
                </a:defRPr>
              </a:lvl1pPr>
            </a:lstStyle>
            <a:p>
              <a:pPr/>
              <a:r>
                <a:t>8(C)</a:t>
              </a:r>
            </a:p>
          </p:txBody>
        </p:sp>
      </p:grpSp>
      <p:grpSp>
        <p:nvGrpSpPr>
          <p:cNvPr id="427" name="Group 10"/>
          <p:cNvGrpSpPr/>
          <p:nvPr/>
        </p:nvGrpSpPr>
        <p:grpSpPr>
          <a:xfrm>
            <a:off x="977740" y="3315742"/>
            <a:ext cx="508159" cy="543806"/>
            <a:chOff x="0" y="0"/>
            <a:chExt cx="508157" cy="543804"/>
          </a:xfrm>
        </p:grpSpPr>
        <p:sp>
          <p:nvSpPr>
            <p:cNvPr id="425" name="Freeform 1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26" name="TextBox 1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3</a:t>
              </a:r>
            </a:p>
          </p:txBody>
        </p:sp>
      </p:grpSp>
      <p:grpSp>
        <p:nvGrpSpPr>
          <p:cNvPr id="430" name="Group 13"/>
          <p:cNvGrpSpPr/>
          <p:nvPr/>
        </p:nvGrpSpPr>
        <p:grpSpPr>
          <a:xfrm>
            <a:off x="977740" y="1982348"/>
            <a:ext cx="508159" cy="543806"/>
            <a:chOff x="0" y="0"/>
            <a:chExt cx="508157" cy="543804"/>
          </a:xfrm>
        </p:grpSpPr>
        <p:sp>
          <p:nvSpPr>
            <p:cNvPr id="428" name="Freeform 14"/>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29" name="TextBox 15"/>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1</a:t>
              </a:r>
            </a:p>
          </p:txBody>
        </p:sp>
      </p:grpSp>
      <p:grpSp>
        <p:nvGrpSpPr>
          <p:cNvPr id="433" name="Group 16"/>
          <p:cNvGrpSpPr/>
          <p:nvPr/>
        </p:nvGrpSpPr>
        <p:grpSpPr>
          <a:xfrm>
            <a:off x="977740" y="3983373"/>
            <a:ext cx="508159" cy="543806"/>
            <a:chOff x="0" y="0"/>
            <a:chExt cx="508157" cy="543804"/>
          </a:xfrm>
        </p:grpSpPr>
        <p:sp>
          <p:nvSpPr>
            <p:cNvPr id="431" name="Freeform 1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32" name="TextBox 1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4</a:t>
              </a:r>
            </a:p>
          </p:txBody>
        </p:sp>
      </p:grpSp>
      <p:grpSp>
        <p:nvGrpSpPr>
          <p:cNvPr id="436" name="Group 19"/>
          <p:cNvGrpSpPr/>
          <p:nvPr/>
        </p:nvGrpSpPr>
        <p:grpSpPr>
          <a:xfrm>
            <a:off x="977740" y="2648112"/>
            <a:ext cx="508159" cy="543806"/>
            <a:chOff x="0" y="0"/>
            <a:chExt cx="508157" cy="543804"/>
          </a:xfrm>
        </p:grpSpPr>
        <p:sp>
          <p:nvSpPr>
            <p:cNvPr id="434" name="Freeform 2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35" name="TextBox 2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2</a:t>
              </a:r>
            </a:p>
          </p:txBody>
        </p:sp>
      </p:grpSp>
      <p:grpSp>
        <p:nvGrpSpPr>
          <p:cNvPr id="439" name="Group 22"/>
          <p:cNvGrpSpPr/>
          <p:nvPr/>
        </p:nvGrpSpPr>
        <p:grpSpPr>
          <a:xfrm>
            <a:off x="977740" y="5318633"/>
            <a:ext cx="508159" cy="543806"/>
            <a:chOff x="0" y="0"/>
            <a:chExt cx="508157" cy="543804"/>
          </a:xfrm>
        </p:grpSpPr>
        <p:sp>
          <p:nvSpPr>
            <p:cNvPr id="437" name="Freeform 23"/>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38" name="TextBox 24"/>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6</a:t>
              </a:r>
            </a:p>
          </p:txBody>
        </p:sp>
      </p:grpSp>
      <p:grpSp>
        <p:nvGrpSpPr>
          <p:cNvPr id="442" name="Group 25"/>
          <p:cNvGrpSpPr/>
          <p:nvPr/>
        </p:nvGrpSpPr>
        <p:grpSpPr>
          <a:xfrm>
            <a:off x="977740" y="4651002"/>
            <a:ext cx="508159" cy="543806"/>
            <a:chOff x="0" y="0"/>
            <a:chExt cx="508157" cy="543804"/>
          </a:xfrm>
        </p:grpSpPr>
        <p:sp>
          <p:nvSpPr>
            <p:cNvPr id="440" name="Freeform 26"/>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41" name="TextBox 27"/>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5</a:t>
              </a:r>
            </a:p>
          </p:txBody>
        </p:sp>
      </p:grpSp>
      <p:grpSp>
        <p:nvGrpSpPr>
          <p:cNvPr id="445" name="Group 28"/>
          <p:cNvGrpSpPr/>
          <p:nvPr/>
        </p:nvGrpSpPr>
        <p:grpSpPr>
          <a:xfrm>
            <a:off x="977740" y="5986264"/>
            <a:ext cx="508159" cy="543806"/>
            <a:chOff x="0" y="0"/>
            <a:chExt cx="508157" cy="543804"/>
          </a:xfrm>
        </p:grpSpPr>
        <p:sp>
          <p:nvSpPr>
            <p:cNvPr id="443" name="Freeform 29"/>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44" name="TextBox 30"/>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7</a:t>
              </a:r>
            </a:p>
          </p:txBody>
        </p:sp>
      </p:grpSp>
      <p:grpSp>
        <p:nvGrpSpPr>
          <p:cNvPr id="448" name="Group 31"/>
          <p:cNvGrpSpPr/>
          <p:nvPr/>
        </p:nvGrpSpPr>
        <p:grpSpPr>
          <a:xfrm>
            <a:off x="977740" y="7760845"/>
            <a:ext cx="508159" cy="543806"/>
            <a:chOff x="0" y="0"/>
            <a:chExt cx="508157" cy="543804"/>
          </a:xfrm>
        </p:grpSpPr>
        <p:sp>
          <p:nvSpPr>
            <p:cNvPr id="446" name="Freeform 32"/>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47" name="TextBox 33"/>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9</a:t>
              </a:r>
            </a:p>
          </p:txBody>
        </p:sp>
      </p:grpSp>
      <p:sp>
        <p:nvSpPr>
          <p:cNvPr id="449" name="Freeform 34"/>
          <p:cNvSpPr/>
          <p:nvPr/>
        </p:nvSpPr>
        <p:spPr>
          <a:xfrm>
            <a:off x="16313419" y="1028699"/>
            <a:ext cx="945881" cy="236471"/>
          </a:xfrm>
          <a:prstGeom prst="rect">
            <a:avLst/>
          </a:prstGeom>
          <a:blipFill>
            <a:blip r:embed="rId2"/>
            <a:stretch>
              <a:fillRect/>
            </a:stretch>
          </a:blipFill>
          <a:ln w="12700">
            <a:miter lim="400000"/>
          </a:ln>
        </p:spPr>
        <p:txBody>
          <a:bodyPr lIns="45719" rIns="45719"/>
          <a:lstStyle/>
          <a:p>
            <a:pPr/>
          </a:p>
        </p:txBody>
      </p:sp>
      <p:sp>
        <p:nvSpPr>
          <p:cNvPr id="450" name="Freeform 36"/>
          <p:cNvSpPr/>
          <p:nvPr/>
        </p:nvSpPr>
        <p:spPr>
          <a:xfrm>
            <a:off x="17170670" y="-178579"/>
            <a:ext cx="10994424" cy="10994424"/>
          </a:xfrm>
          <a:prstGeom prst="ellipse">
            <a:avLst/>
          </a:prstGeom>
          <a:ln w="514350" cap="sq">
            <a:solidFill>
              <a:srgbClr val="FD6220">
                <a:alpha val="11765"/>
              </a:srgbClr>
            </a:solidFill>
            <a:miter/>
          </a:ln>
        </p:spPr>
        <p:txBody>
          <a:bodyPr lIns="45719" rIns="45719"/>
          <a:lstStyle/>
          <a:p>
            <a:pPr/>
          </a:p>
        </p:txBody>
      </p:sp>
      <p:sp>
        <p:nvSpPr>
          <p:cNvPr id="451" name="TextBox 42"/>
          <p:cNvSpPr txBox="1"/>
          <p:nvPr/>
        </p:nvSpPr>
        <p:spPr>
          <a:xfrm>
            <a:off x="198119" y="342899"/>
            <a:ext cx="17815562" cy="7640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4800">
                <a:solidFill>
                  <a:srgbClr val="0033CC"/>
                </a:solidFill>
                <a:latin typeface="Times New Roman"/>
                <a:ea typeface="Times New Roman"/>
                <a:cs typeface="Times New Roman"/>
                <a:sym typeface="Times New Roman"/>
              </a:defRPr>
            </a:lvl1pPr>
          </a:lstStyle>
          <a:p>
            <a:pPr/>
            <a:r>
              <a:t>IMPLEMENTATION SCREENSHOTS</a:t>
            </a:r>
          </a:p>
        </p:txBody>
      </p:sp>
      <p:pic>
        <p:nvPicPr>
          <p:cNvPr id="452" name="Screenshot 2026-05-06 at 9.24.39 AM.png" descr="Screenshot 2026-05-06 at 9.24.39 AM.png"/>
          <p:cNvPicPr>
            <a:picLocks noChangeAspect="1"/>
          </p:cNvPicPr>
          <p:nvPr/>
        </p:nvPicPr>
        <p:blipFill>
          <a:blip r:embed="rId3">
            <a:extLst/>
          </a:blip>
          <a:stretch>
            <a:fillRect/>
          </a:stretch>
        </p:blipFill>
        <p:spPr>
          <a:xfrm>
            <a:off x="3658127" y="2022853"/>
            <a:ext cx="10971746" cy="7135367"/>
          </a:xfrm>
          <a:prstGeom prst="rect">
            <a:avLst/>
          </a:prstGeom>
          <a:ln w="12700">
            <a:miter lim="400000"/>
          </a:ln>
        </p:spPr>
      </p:pic>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456" name="Group 7"/>
          <p:cNvGrpSpPr/>
          <p:nvPr/>
        </p:nvGrpSpPr>
        <p:grpSpPr>
          <a:xfrm>
            <a:off x="735587" y="6653893"/>
            <a:ext cx="992464" cy="992464"/>
            <a:chOff x="0" y="0"/>
            <a:chExt cx="992462" cy="992462"/>
          </a:xfrm>
        </p:grpSpPr>
        <p:sp>
          <p:nvSpPr>
            <p:cNvPr id="454" name="Freeform 8"/>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pPr/>
            </a:p>
          </p:txBody>
        </p:sp>
        <p:sp>
          <p:nvSpPr>
            <p:cNvPr id="455" name="TextBox 9"/>
            <p:cNvSpPr txBox="1"/>
            <p:nvPr/>
          </p:nvSpPr>
          <p:spPr>
            <a:xfrm>
              <a:off x="93043" y="187530"/>
              <a:ext cx="806377" cy="54761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3700"/>
                </a:lnSpc>
                <a:defRPr b="1" sz="2400">
                  <a:solidFill>
                    <a:srgbClr val="002060"/>
                  </a:solidFill>
                  <a:latin typeface="Gotham"/>
                  <a:ea typeface="Gotham"/>
                  <a:cs typeface="Gotham"/>
                  <a:sym typeface="Gotham"/>
                </a:defRPr>
              </a:lvl1pPr>
            </a:lstStyle>
            <a:p>
              <a:pPr/>
              <a:r>
                <a:t>8(C)</a:t>
              </a:r>
            </a:p>
          </p:txBody>
        </p:sp>
      </p:grpSp>
      <p:grpSp>
        <p:nvGrpSpPr>
          <p:cNvPr id="459" name="Group 10"/>
          <p:cNvGrpSpPr/>
          <p:nvPr/>
        </p:nvGrpSpPr>
        <p:grpSpPr>
          <a:xfrm>
            <a:off x="977740" y="3315742"/>
            <a:ext cx="508159" cy="543806"/>
            <a:chOff x="0" y="0"/>
            <a:chExt cx="508157" cy="543804"/>
          </a:xfrm>
        </p:grpSpPr>
        <p:sp>
          <p:nvSpPr>
            <p:cNvPr id="457" name="Freeform 1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58" name="TextBox 1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3</a:t>
              </a:r>
            </a:p>
          </p:txBody>
        </p:sp>
      </p:grpSp>
      <p:grpSp>
        <p:nvGrpSpPr>
          <p:cNvPr id="462" name="Group 13"/>
          <p:cNvGrpSpPr/>
          <p:nvPr/>
        </p:nvGrpSpPr>
        <p:grpSpPr>
          <a:xfrm>
            <a:off x="977740" y="1982348"/>
            <a:ext cx="508159" cy="543806"/>
            <a:chOff x="0" y="0"/>
            <a:chExt cx="508157" cy="543804"/>
          </a:xfrm>
        </p:grpSpPr>
        <p:sp>
          <p:nvSpPr>
            <p:cNvPr id="460" name="Freeform 14"/>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61" name="TextBox 15"/>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1</a:t>
              </a:r>
            </a:p>
          </p:txBody>
        </p:sp>
      </p:grpSp>
      <p:grpSp>
        <p:nvGrpSpPr>
          <p:cNvPr id="465" name="Group 16"/>
          <p:cNvGrpSpPr/>
          <p:nvPr/>
        </p:nvGrpSpPr>
        <p:grpSpPr>
          <a:xfrm>
            <a:off x="977740" y="3983373"/>
            <a:ext cx="508159" cy="543806"/>
            <a:chOff x="0" y="0"/>
            <a:chExt cx="508157" cy="543804"/>
          </a:xfrm>
        </p:grpSpPr>
        <p:sp>
          <p:nvSpPr>
            <p:cNvPr id="463" name="Freeform 1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64" name="TextBox 1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4</a:t>
              </a:r>
            </a:p>
          </p:txBody>
        </p:sp>
      </p:grpSp>
      <p:grpSp>
        <p:nvGrpSpPr>
          <p:cNvPr id="468" name="Group 19"/>
          <p:cNvGrpSpPr/>
          <p:nvPr/>
        </p:nvGrpSpPr>
        <p:grpSpPr>
          <a:xfrm>
            <a:off x="977740" y="2648112"/>
            <a:ext cx="508159" cy="543806"/>
            <a:chOff x="0" y="0"/>
            <a:chExt cx="508157" cy="543804"/>
          </a:xfrm>
        </p:grpSpPr>
        <p:sp>
          <p:nvSpPr>
            <p:cNvPr id="466" name="Freeform 2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67" name="TextBox 2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2</a:t>
              </a:r>
            </a:p>
          </p:txBody>
        </p:sp>
      </p:grpSp>
      <p:grpSp>
        <p:nvGrpSpPr>
          <p:cNvPr id="471" name="Group 22"/>
          <p:cNvGrpSpPr/>
          <p:nvPr/>
        </p:nvGrpSpPr>
        <p:grpSpPr>
          <a:xfrm>
            <a:off x="977740" y="5318633"/>
            <a:ext cx="508159" cy="543806"/>
            <a:chOff x="0" y="0"/>
            <a:chExt cx="508157" cy="543804"/>
          </a:xfrm>
        </p:grpSpPr>
        <p:sp>
          <p:nvSpPr>
            <p:cNvPr id="469" name="Freeform 23"/>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70" name="TextBox 24"/>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6</a:t>
              </a:r>
            </a:p>
          </p:txBody>
        </p:sp>
      </p:grpSp>
      <p:grpSp>
        <p:nvGrpSpPr>
          <p:cNvPr id="474" name="Group 25"/>
          <p:cNvGrpSpPr/>
          <p:nvPr/>
        </p:nvGrpSpPr>
        <p:grpSpPr>
          <a:xfrm>
            <a:off x="977740" y="4651002"/>
            <a:ext cx="508159" cy="543806"/>
            <a:chOff x="0" y="0"/>
            <a:chExt cx="508157" cy="543804"/>
          </a:xfrm>
        </p:grpSpPr>
        <p:sp>
          <p:nvSpPr>
            <p:cNvPr id="472" name="Freeform 26"/>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73" name="TextBox 27"/>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5</a:t>
              </a:r>
            </a:p>
          </p:txBody>
        </p:sp>
      </p:grpSp>
      <p:grpSp>
        <p:nvGrpSpPr>
          <p:cNvPr id="477" name="Group 28"/>
          <p:cNvGrpSpPr/>
          <p:nvPr/>
        </p:nvGrpSpPr>
        <p:grpSpPr>
          <a:xfrm>
            <a:off x="977740" y="5986264"/>
            <a:ext cx="508159" cy="543806"/>
            <a:chOff x="0" y="0"/>
            <a:chExt cx="508157" cy="543804"/>
          </a:xfrm>
        </p:grpSpPr>
        <p:sp>
          <p:nvSpPr>
            <p:cNvPr id="475" name="Freeform 29"/>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76" name="TextBox 30"/>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7</a:t>
              </a:r>
            </a:p>
          </p:txBody>
        </p:sp>
      </p:grpSp>
      <p:grpSp>
        <p:nvGrpSpPr>
          <p:cNvPr id="480" name="Group 31"/>
          <p:cNvGrpSpPr/>
          <p:nvPr/>
        </p:nvGrpSpPr>
        <p:grpSpPr>
          <a:xfrm>
            <a:off x="977740" y="7760845"/>
            <a:ext cx="508159" cy="543806"/>
            <a:chOff x="0" y="0"/>
            <a:chExt cx="508157" cy="543804"/>
          </a:xfrm>
        </p:grpSpPr>
        <p:sp>
          <p:nvSpPr>
            <p:cNvPr id="478" name="Freeform 32"/>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79" name="TextBox 33"/>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9</a:t>
              </a:r>
            </a:p>
          </p:txBody>
        </p:sp>
      </p:grpSp>
      <p:sp>
        <p:nvSpPr>
          <p:cNvPr id="481" name="Freeform 34"/>
          <p:cNvSpPr/>
          <p:nvPr/>
        </p:nvSpPr>
        <p:spPr>
          <a:xfrm>
            <a:off x="16313419" y="1028699"/>
            <a:ext cx="945881" cy="236471"/>
          </a:xfrm>
          <a:prstGeom prst="rect">
            <a:avLst/>
          </a:prstGeom>
          <a:blipFill>
            <a:blip r:embed="rId2"/>
            <a:stretch>
              <a:fillRect/>
            </a:stretch>
          </a:blipFill>
          <a:ln w="12700">
            <a:miter lim="400000"/>
          </a:ln>
        </p:spPr>
        <p:txBody>
          <a:bodyPr lIns="45719" rIns="45719"/>
          <a:lstStyle/>
          <a:p>
            <a:pPr/>
          </a:p>
        </p:txBody>
      </p:sp>
      <p:sp>
        <p:nvSpPr>
          <p:cNvPr id="482" name="Freeform 36"/>
          <p:cNvSpPr/>
          <p:nvPr/>
        </p:nvSpPr>
        <p:spPr>
          <a:xfrm>
            <a:off x="17170670" y="-178579"/>
            <a:ext cx="10994424" cy="10994424"/>
          </a:xfrm>
          <a:prstGeom prst="ellipse">
            <a:avLst/>
          </a:prstGeom>
          <a:ln w="514350" cap="sq">
            <a:solidFill>
              <a:srgbClr val="FD6220">
                <a:alpha val="11765"/>
              </a:srgbClr>
            </a:solidFill>
            <a:miter/>
          </a:ln>
        </p:spPr>
        <p:txBody>
          <a:bodyPr lIns="45719" rIns="45719"/>
          <a:lstStyle/>
          <a:p>
            <a:pPr/>
          </a:p>
        </p:txBody>
      </p:sp>
      <p:sp>
        <p:nvSpPr>
          <p:cNvPr id="483" name="TextBox 42"/>
          <p:cNvSpPr txBox="1"/>
          <p:nvPr/>
        </p:nvSpPr>
        <p:spPr>
          <a:xfrm>
            <a:off x="198119" y="342899"/>
            <a:ext cx="17815562" cy="7640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4800">
                <a:solidFill>
                  <a:srgbClr val="0033CC"/>
                </a:solidFill>
                <a:latin typeface="Times New Roman"/>
                <a:ea typeface="Times New Roman"/>
                <a:cs typeface="Times New Roman"/>
                <a:sym typeface="Times New Roman"/>
              </a:defRPr>
            </a:lvl1pPr>
          </a:lstStyle>
          <a:p>
            <a:pPr/>
            <a:r>
              <a:t>IMPLEMENTATION SCREENSHOTS</a:t>
            </a:r>
          </a:p>
        </p:txBody>
      </p:sp>
      <p:pic>
        <p:nvPicPr>
          <p:cNvPr id="484" name="Screenshot 2026-05-06 at 9.25.15 AM.png" descr="Screenshot 2026-05-06 at 9.25.15 AM.png"/>
          <p:cNvPicPr>
            <a:picLocks noChangeAspect="1"/>
          </p:cNvPicPr>
          <p:nvPr/>
        </p:nvPicPr>
        <p:blipFill>
          <a:blip r:embed="rId3">
            <a:extLst/>
          </a:blip>
          <a:stretch>
            <a:fillRect/>
          </a:stretch>
        </p:blipFill>
        <p:spPr>
          <a:xfrm>
            <a:off x="3188962" y="1602773"/>
            <a:ext cx="12263623" cy="7975527"/>
          </a:xfrm>
          <a:prstGeom prst="rect">
            <a:avLst/>
          </a:prstGeom>
          <a:ln w="12700">
            <a:miter lim="400000"/>
          </a:ln>
        </p:spPr>
      </p:pic>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488" name="Group 7"/>
          <p:cNvGrpSpPr/>
          <p:nvPr/>
        </p:nvGrpSpPr>
        <p:grpSpPr>
          <a:xfrm>
            <a:off x="735587" y="6653893"/>
            <a:ext cx="992464" cy="992464"/>
            <a:chOff x="0" y="0"/>
            <a:chExt cx="992462" cy="992462"/>
          </a:xfrm>
        </p:grpSpPr>
        <p:sp>
          <p:nvSpPr>
            <p:cNvPr id="486" name="Freeform 8"/>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pPr/>
            </a:p>
          </p:txBody>
        </p:sp>
        <p:sp>
          <p:nvSpPr>
            <p:cNvPr id="487" name="TextBox 9"/>
            <p:cNvSpPr txBox="1"/>
            <p:nvPr/>
          </p:nvSpPr>
          <p:spPr>
            <a:xfrm>
              <a:off x="93043" y="187530"/>
              <a:ext cx="806377" cy="54761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3700"/>
                </a:lnSpc>
                <a:defRPr b="1" sz="2400">
                  <a:solidFill>
                    <a:srgbClr val="002060"/>
                  </a:solidFill>
                  <a:latin typeface="Gotham"/>
                  <a:ea typeface="Gotham"/>
                  <a:cs typeface="Gotham"/>
                  <a:sym typeface="Gotham"/>
                </a:defRPr>
              </a:lvl1pPr>
            </a:lstStyle>
            <a:p>
              <a:pPr/>
              <a:r>
                <a:t>8(C)</a:t>
              </a:r>
            </a:p>
          </p:txBody>
        </p:sp>
      </p:grpSp>
      <p:grpSp>
        <p:nvGrpSpPr>
          <p:cNvPr id="491" name="Group 10"/>
          <p:cNvGrpSpPr/>
          <p:nvPr/>
        </p:nvGrpSpPr>
        <p:grpSpPr>
          <a:xfrm>
            <a:off x="977740" y="3315742"/>
            <a:ext cx="508159" cy="543806"/>
            <a:chOff x="0" y="0"/>
            <a:chExt cx="508157" cy="543804"/>
          </a:xfrm>
        </p:grpSpPr>
        <p:sp>
          <p:nvSpPr>
            <p:cNvPr id="489" name="Freeform 1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90" name="TextBox 1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3</a:t>
              </a:r>
            </a:p>
          </p:txBody>
        </p:sp>
      </p:grpSp>
      <p:grpSp>
        <p:nvGrpSpPr>
          <p:cNvPr id="494" name="Group 13"/>
          <p:cNvGrpSpPr/>
          <p:nvPr/>
        </p:nvGrpSpPr>
        <p:grpSpPr>
          <a:xfrm>
            <a:off x="977740" y="1982348"/>
            <a:ext cx="508159" cy="543806"/>
            <a:chOff x="0" y="0"/>
            <a:chExt cx="508157" cy="543804"/>
          </a:xfrm>
        </p:grpSpPr>
        <p:sp>
          <p:nvSpPr>
            <p:cNvPr id="492" name="Freeform 14"/>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93" name="TextBox 15"/>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1</a:t>
              </a:r>
            </a:p>
          </p:txBody>
        </p:sp>
      </p:grpSp>
      <p:grpSp>
        <p:nvGrpSpPr>
          <p:cNvPr id="497" name="Group 16"/>
          <p:cNvGrpSpPr/>
          <p:nvPr/>
        </p:nvGrpSpPr>
        <p:grpSpPr>
          <a:xfrm>
            <a:off x="977740" y="3983373"/>
            <a:ext cx="508159" cy="543806"/>
            <a:chOff x="0" y="0"/>
            <a:chExt cx="508157" cy="543804"/>
          </a:xfrm>
        </p:grpSpPr>
        <p:sp>
          <p:nvSpPr>
            <p:cNvPr id="495" name="Freeform 1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96" name="TextBox 1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4</a:t>
              </a:r>
            </a:p>
          </p:txBody>
        </p:sp>
      </p:grpSp>
      <p:grpSp>
        <p:nvGrpSpPr>
          <p:cNvPr id="500" name="Group 19"/>
          <p:cNvGrpSpPr/>
          <p:nvPr/>
        </p:nvGrpSpPr>
        <p:grpSpPr>
          <a:xfrm>
            <a:off x="977740" y="2648112"/>
            <a:ext cx="508159" cy="543806"/>
            <a:chOff x="0" y="0"/>
            <a:chExt cx="508157" cy="543804"/>
          </a:xfrm>
        </p:grpSpPr>
        <p:sp>
          <p:nvSpPr>
            <p:cNvPr id="498" name="Freeform 2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99" name="TextBox 2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2</a:t>
              </a:r>
            </a:p>
          </p:txBody>
        </p:sp>
      </p:grpSp>
      <p:grpSp>
        <p:nvGrpSpPr>
          <p:cNvPr id="503" name="Group 22"/>
          <p:cNvGrpSpPr/>
          <p:nvPr/>
        </p:nvGrpSpPr>
        <p:grpSpPr>
          <a:xfrm>
            <a:off x="977740" y="5318633"/>
            <a:ext cx="508159" cy="543806"/>
            <a:chOff x="0" y="0"/>
            <a:chExt cx="508157" cy="543804"/>
          </a:xfrm>
        </p:grpSpPr>
        <p:sp>
          <p:nvSpPr>
            <p:cNvPr id="501" name="Freeform 23"/>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502" name="TextBox 24"/>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6</a:t>
              </a:r>
            </a:p>
          </p:txBody>
        </p:sp>
      </p:grpSp>
      <p:grpSp>
        <p:nvGrpSpPr>
          <p:cNvPr id="506" name="Group 25"/>
          <p:cNvGrpSpPr/>
          <p:nvPr/>
        </p:nvGrpSpPr>
        <p:grpSpPr>
          <a:xfrm>
            <a:off x="977740" y="4651002"/>
            <a:ext cx="508159" cy="543806"/>
            <a:chOff x="0" y="0"/>
            <a:chExt cx="508157" cy="543804"/>
          </a:xfrm>
        </p:grpSpPr>
        <p:sp>
          <p:nvSpPr>
            <p:cNvPr id="504" name="Freeform 26"/>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505" name="TextBox 27"/>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5</a:t>
              </a:r>
            </a:p>
          </p:txBody>
        </p:sp>
      </p:grpSp>
      <p:grpSp>
        <p:nvGrpSpPr>
          <p:cNvPr id="509" name="Group 28"/>
          <p:cNvGrpSpPr/>
          <p:nvPr/>
        </p:nvGrpSpPr>
        <p:grpSpPr>
          <a:xfrm>
            <a:off x="977740" y="5986264"/>
            <a:ext cx="508159" cy="543806"/>
            <a:chOff x="0" y="0"/>
            <a:chExt cx="508157" cy="543804"/>
          </a:xfrm>
        </p:grpSpPr>
        <p:sp>
          <p:nvSpPr>
            <p:cNvPr id="507" name="Freeform 29"/>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508" name="TextBox 30"/>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7</a:t>
              </a:r>
            </a:p>
          </p:txBody>
        </p:sp>
      </p:grpSp>
      <p:grpSp>
        <p:nvGrpSpPr>
          <p:cNvPr id="512" name="Group 31"/>
          <p:cNvGrpSpPr/>
          <p:nvPr/>
        </p:nvGrpSpPr>
        <p:grpSpPr>
          <a:xfrm>
            <a:off x="977740" y="7760845"/>
            <a:ext cx="508159" cy="543806"/>
            <a:chOff x="0" y="0"/>
            <a:chExt cx="508157" cy="543804"/>
          </a:xfrm>
        </p:grpSpPr>
        <p:sp>
          <p:nvSpPr>
            <p:cNvPr id="510" name="Freeform 32"/>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511" name="TextBox 33"/>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9</a:t>
              </a:r>
            </a:p>
          </p:txBody>
        </p:sp>
      </p:grpSp>
      <p:sp>
        <p:nvSpPr>
          <p:cNvPr id="513" name="Freeform 34"/>
          <p:cNvSpPr/>
          <p:nvPr/>
        </p:nvSpPr>
        <p:spPr>
          <a:xfrm>
            <a:off x="16313419" y="1028699"/>
            <a:ext cx="945881" cy="236471"/>
          </a:xfrm>
          <a:prstGeom prst="rect">
            <a:avLst/>
          </a:prstGeom>
          <a:blipFill>
            <a:blip r:embed="rId2"/>
            <a:stretch>
              <a:fillRect/>
            </a:stretch>
          </a:blipFill>
          <a:ln w="12700">
            <a:miter lim="400000"/>
          </a:ln>
        </p:spPr>
        <p:txBody>
          <a:bodyPr lIns="45719" rIns="45719"/>
          <a:lstStyle/>
          <a:p>
            <a:pPr/>
          </a:p>
        </p:txBody>
      </p:sp>
      <p:sp>
        <p:nvSpPr>
          <p:cNvPr id="514" name="Freeform 36"/>
          <p:cNvSpPr/>
          <p:nvPr/>
        </p:nvSpPr>
        <p:spPr>
          <a:xfrm>
            <a:off x="17170670" y="-178579"/>
            <a:ext cx="10994424" cy="10994424"/>
          </a:xfrm>
          <a:prstGeom prst="ellipse">
            <a:avLst/>
          </a:prstGeom>
          <a:ln w="514350" cap="sq">
            <a:solidFill>
              <a:srgbClr val="FD6220">
                <a:alpha val="11765"/>
              </a:srgbClr>
            </a:solidFill>
            <a:miter/>
          </a:ln>
        </p:spPr>
        <p:txBody>
          <a:bodyPr lIns="45719" rIns="45719"/>
          <a:lstStyle/>
          <a:p>
            <a:pPr/>
          </a:p>
        </p:txBody>
      </p:sp>
      <p:sp>
        <p:nvSpPr>
          <p:cNvPr id="515" name="TextBox 42"/>
          <p:cNvSpPr txBox="1"/>
          <p:nvPr/>
        </p:nvSpPr>
        <p:spPr>
          <a:xfrm>
            <a:off x="198119" y="342899"/>
            <a:ext cx="17815562" cy="7640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4800">
                <a:solidFill>
                  <a:srgbClr val="0033CC"/>
                </a:solidFill>
                <a:latin typeface="Times New Roman"/>
                <a:ea typeface="Times New Roman"/>
                <a:cs typeface="Times New Roman"/>
                <a:sym typeface="Times New Roman"/>
              </a:defRPr>
            </a:lvl1pPr>
          </a:lstStyle>
          <a:p>
            <a:pPr/>
            <a:r>
              <a:t>IMPLEMENTATION SCREENSHOTS</a:t>
            </a:r>
          </a:p>
        </p:txBody>
      </p:sp>
      <p:pic>
        <p:nvPicPr>
          <p:cNvPr id="516" name="Screenshot 2026-05-06 at 9.25.57 AM.png" descr="Screenshot 2026-05-06 at 9.25.57 AM.png"/>
          <p:cNvPicPr>
            <a:picLocks noChangeAspect="1"/>
          </p:cNvPicPr>
          <p:nvPr/>
        </p:nvPicPr>
        <p:blipFill>
          <a:blip r:embed="rId3">
            <a:extLst/>
          </a:blip>
          <a:stretch>
            <a:fillRect/>
          </a:stretch>
        </p:blipFill>
        <p:spPr>
          <a:xfrm>
            <a:off x="2629174" y="1493574"/>
            <a:ext cx="12599444" cy="8193924"/>
          </a:xfrm>
          <a:prstGeom prst="rect">
            <a:avLst/>
          </a:prstGeom>
          <a:ln w="12700">
            <a:miter lim="400000"/>
          </a:ln>
        </p:spPr>
      </p:pic>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E"/>
        </a:solidFill>
      </p:bgPr>
    </p:bg>
    <p:spTree>
      <p:nvGrpSpPr>
        <p:cNvPr id="1" name=""/>
        <p:cNvGrpSpPr/>
        <p:nvPr/>
      </p:nvGrpSpPr>
      <p:grpSpPr>
        <a:xfrm>
          <a:off x="0" y="0"/>
          <a:ext cx="0" cy="0"/>
          <a:chOff x="0" y="0"/>
          <a:chExt cx="0" cy="0"/>
        </a:xfrm>
      </p:grpSpPr>
      <p:grpSp>
        <p:nvGrpSpPr>
          <p:cNvPr id="520" name="Group 5"/>
          <p:cNvGrpSpPr/>
          <p:nvPr/>
        </p:nvGrpSpPr>
        <p:grpSpPr>
          <a:xfrm>
            <a:off x="735587" y="7321525"/>
            <a:ext cx="992464" cy="992464"/>
            <a:chOff x="0" y="0"/>
            <a:chExt cx="992462" cy="992462"/>
          </a:xfrm>
        </p:grpSpPr>
        <p:sp>
          <p:nvSpPr>
            <p:cNvPr id="518" name="Freeform 6"/>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pPr/>
            </a:p>
          </p:txBody>
        </p:sp>
        <p:sp>
          <p:nvSpPr>
            <p:cNvPr id="519" name="TextBox 7"/>
            <p:cNvSpPr txBox="1"/>
            <p:nvPr/>
          </p:nvSpPr>
          <p:spPr>
            <a:xfrm>
              <a:off x="93043" y="184610"/>
              <a:ext cx="806377" cy="5534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3700"/>
                </a:lnSpc>
                <a:defRPr sz="2600">
                  <a:solidFill>
                    <a:srgbClr val="FFFEFE"/>
                  </a:solidFill>
                  <a:latin typeface="Gotham"/>
                  <a:ea typeface="Gotham"/>
                  <a:cs typeface="Gotham"/>
                  <a:sym typeface="Gotham"/>
                </a:defRPr>
              </a:lvl1pPr>
            </a:lstStyle>
            <a:p>
              <a:pPr/>
              <a:r>
                <a:t>9</a:t>
              </a:r>
            </a:p>
          </p:txBody>
        </p:sp>
      </p:grpSp>
      <p:grpSp>
        <p:nvGrpSpPr>
          <p:cNvPr id="523" name="Group 8"/>
          <p:cNvGrpSpPr/>
          <p:nvPr/>
        </p:nvGrpSpPr>
        <p:grpSpPr>
          <a:xfrm>
            <a:off x="977740" y="3315742"/>
            <a:ext cx="508159" cy="543806"/>
            <a:chOff x="0" y="0"/>
            <a:chExt cx="508157" cy="543804"/>
          </a:xfrm>
        </p:grpSpPr>
        <p:sp>
          <p:nvSpPr>
            <p:cNvPr id="521" name="Freeform 9"/>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522" name="TextBox 10"/>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3</a:t>
              </a:r>
            </a:p>
          </p:txBody>
        </p:sp>
      </p:grpSp>
      <p:grpSp>
        <p:nvGrpSpPr>
          <p:cNvPr id="526" name="Group 11"/>
          <p:cNvGrpSpPr/>
          <p:nvPr/>
        </p:nvGrpSpPr>
        <p:grpSpPr>
          <a:xfrm>
            <a:off x="977740" y="1982348"/>
            <a:ext cx="508159" cy="543806"/>
            <a:chOff x="0" y="0"/>
            <a:chExt cx="508157" cy="543804"/>
          </a:xfrm>
        </p:grpSpPr>
        <p:sp>
          <p:nvSpPr>
            <p:cNvPr id="524" name="Freeform 12"/>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525" name="TextBox 13"/>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1</a:t>
              </a:r>
            </a:p>
          </p:txBody>
        </p:sp>
      </p:grpSp>
      <p:grpSp>
        <p:nvGrpSpPr>
          <p:cNvPr id="529" name="Group 14"/>
          <p:cNvGrpSpPr/>
          <p:nvPr/>
        </p:nvGrpSpPr>
        <p:grpSpPr>
          <a:xfrm>
            <a:off x="977740" y="3983373"/>
            <a:ext cx="508159" cy="543806"/>
            <a:chOff x="0" y="0"/>
            <a:chExt cx="508157" cy="543804"/>
          </a:xfrm>
        </p:grpSpPr>
        <p:sp>
          <p:nvSpPr>
            <p:cNvPr id="527" name="Freeform 15"/>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528" name="TextBox 16"/>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4</a:t>
              </a:r>
            </a:p>
          </p:txBody>
        </p:sp>
      </p:grpSp>
      <p:grpSp>
        <p:nvGrpSpPr>
          <p:cNvPr id="532" name="Group 17"/>
          <p:cNvGrpSpPr/>
          <p:nvPr/>
        </p:nvGrpSpPr>
        <p:grpSpPr>
          <a:xfrm>
            <a:off x="977740" y="2648112"/>
            <a:ext cx="508159" cy="543806"/>
            <a:chOff x="0" y="0"/>
            <a:chExt cx="508157" cy="543804"/>
          </a:xfrm>
        </p:grpSpPr>
        <p:sp>
          <p:nvSpPr>
            <p:cNvPr id="530" name="Freeform 18"/>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531" name="TextBox 19"/>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2</a:t>
              </a:r>
            </a:p>
          </p:txBody>
        </p:sp>
      </p:grpSp>
      <p:grpSp>
        <p:nvGrpSpPr>
          <p:cNvPr id="535" name="Group 20"/>
          <p:cNvGrpSpPr/>
          <p:nvPr/>
        </p:nvGrpSpPr>
        <p:grpSpPr>
          <a:xfrm>
            <a:off x="977740" y="5318633"/>
            <a:ext cx="508159" cy="543806"/>
            <a:chOff x="0" y="0"/>
            <a:chExt cx="508157" cy="543804"/>
          </a:xfrm>
        </p:grpSpPr>
        <p:sp>
          <p:nvSpPr>
            <p:cNvPr id="533" name="Freeform 2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534" name="TextBox 2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6</a:t>
              </a:r>
            </a:p>
          </p:txBody>
        </p:sp>
      </p:grpSp>
      <p:grpSp>
        <p:nvGrpSpPr>
          <p:cNvPr id="538" name="Group 23"/>
          <p:cNvGrpSpPr/>
          <p:nvPr/>
        </p:nvGrpSpPr>
        <p:grpSpPr>
          <a:xfrm>
            <a:off x="977740" y="4651002"/>
            <a:ext cx="508159" cy="543806"/>
            <a:chOff x="0" y="0"/>
            <a:chExt cx="508157" cy="543804"/>
          </a:xfrm>
        </p:grpSpPr>
        <p:sp>
          <p:nvSpPr>
            <p:cNvPr id="536" name="Freeform 24"/>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537" name="TextBox 25"/>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5</a:t>
              </a:r>
            </a:p>
          </p:txBody>
        </p:sp>
      </p:grpSp>
      <p:grpSp>
        <p:nvGrpSpPr>
          <p:cNvPr id="541" name="Group 26"/>
          <p:cNvGrpSpPr/>
          <p:nvPr/>
        </p:nvGrpSpPr>
        <p:grpSpPr>
          <a:xfrm>
            <a:off x="977740" y="5986264"/>
            <a:ext cx="508159" cy="543806"/>
            <a:chOff x="0" y="0"/>
            <a:chExt cx="508157" cy="543804"/>
          </a:xfrm>
        </p:grpSpPr>
        <p:sp>
          <p:nvSpPr>
            <p:cNvPr id="539" name="Freeform 2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540" name="TextBox 2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7</a:t>
              </a:r>
            </a:p>
          </p:txBody>
        </p:sp>
      </p:grpSp>
      <p:grpSp>
        <p:nvGrpSpPr>
          <p:cNvPr id="544" name="Group 29"/>
          <p:cNvGrpSpPr/>
          <p:nvPr/>
        </p:nvGrpSpPr>
        <p:grpSpPr>
          <a:xfrm>
            <a:off x="977740" y="6653893"/>
            <a:ext cx="508159" cy="543806"/>
            <a:chOff x="0" y="0"/>
            <a:chExt cx="508157" cy="543804"/>
          </a:xfrm>
        </p:grpSpPr>
        <p:sp>
          <p:nvSpPr>
            <p:cNvPr id="542" name="Freeform 3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543" name="TextBox 3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8</a:t>
              </a:r>
            </a:p>
          </p:txBody>
        </p:sp>
      </p:grpSp>
      <p:sp>
        <p:nvSpPr>
          <p:cNvPr id="545" name="Freeform 32"/>
          <p:cNvSpPr/>
          <p:nvPr/>
        </p:nvSpPr>
        <p:spPr>
          <a:xfrm>
            <a:off x="16313419" y="1028699"/>
            <a:ext cx="945881" cy="236471"/>
          </a:xfrm>
          <a:prstGeom prst="rect">
            <a:avLst/>
          </a:prstGeom>
          <a:blipFill>
            <a:blip r:embed="rId2"/>
            <a:stretch>
              <a:fillRect/>
            </a:stretch>
          </a:blipFill>
          <a:ln w="12700">
            <a:miter lim="400000"/>
          </a:ln>
        </p:spPr>
        <p:txBody>
          <a:bodyPr lIns="45719" rIns="45719"/>
          <a:lstStyle/>
          <a:p>
            <a:pPr/>
          </a:p>
        </p:txBody>
      </p:sp>
      <p:sp>
        <p:nvSpPr>
          <p:cNvPr id="546" name="Freeform 45"/>
          <p:cNvSpPr/>
          <p:nvPr/>
        </p:nvSpPr>
        <p:spPr>
          <a:xfrm>
            <a:off x="16786360" y="-353712"/>
            <a:ext cx="10994424" cy="10994424"/>
          </a:xfrm>
          <a:prstGeom prst="ellipse">
            <a:avLst/>
          </a:prstGeom>
          <a:ln w="619125" cap="sq">
            <a:solidFill>
              <a:srgbClr val="FD6220">
                <a:alpha val="11765"/>
              </a:srgbClr>
            </a:solidFill>
            <a:miter/>
          </a:ln>
        </p:spPr>
        <p:txBody>
          <a:bodyPr lIns="45719" rIns="45719"/>
          <a:lstStyle/>
          <a:p>
            <a:pPr/>
          </a:p>
        </p:txBody>
      </p:sp>
      <p:sp>
        <p:nvSpPr>
          <p:cNvPr id="547" name="TextBox 1"/>
          <p:cNvSpPr txBox="1"/>
          <p:nvPr/>
        </p:nvSpPr>
        <p:spPr>
          <a:xfrm>
            <a:off x="236219" y="290492"/>
            <a:ext cx="17815562" cy="7640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4800">
                <a:solidFill>
                  <a:srgbClr val="0033CC"/>
                </a:solidFill>
                <a:latin typeface="Times New Roman"/>
                <a:ea typeface="Times New Roman"/>
                <a:cs typeface="Times New Roman"/>
                <a:sym typeface="Times New Roman"/>
              </a:defRPr>
            </a:lvl1pPr>
          </a:lstStyle>
          <a:p>
            <a:pPr/>
            <a:r>
              <a:t>ADVANTAGES &amp; LIMITATIONS</a:t>
            </a:r>
          </a:p>
        </p:txBody>
      </p:sp>
      <p:sp>
        <p:nvSpPr>
          <p:cNvPr id="548" name="TextBox 2"/>
          <p:cNvSpPr txBox="1"/>
          <p:nvPr/>
        </p:nvSpPr>
        <p:spPr>
          <a:xfrm>
            <a:off x="2255521" y="1638301"/>
            <a:ext cx="14485120" cy="740855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457200" indent="-457200">
              <a:buSzPct val="100000"/>
              <a:buChar char="-"/>
              <a:defRPr sz="2800"/>
            </a:pPr>
          </a:p>
          <a:p>
            <a:pPr>
              <a:defRPr b="1" sz="2800">
                <a:solidFill>
                  <a:srgbClr val="0033CC"/>
                </a:solidFill>
              </a:defRPr>
            </a:pPr>
            <a:r>
              <a:t>Advantages:</a:t>
            </a:r>
          </a:p>
          <a:p>
            <a:pPr marL="457200" indent="-457200">
              <a:buSzPct val="100000"/>
              <a:buFont typeface="Arial"/>
              <a:buChar char="•"/>
              <a:defRPr sz="2800"/>
            </a:pPr>
            <a:r>
              <a:t>Easy event registration process. </a:t>
            </a:r>
          </a:p>
          <a:p>
            <a:pPr marL="457200" indent="-457200">
              <a:buSzPct val="100000"/>
              <a:buFont typeface="Arial"/>
              <a:buChar char="•"/>
              <a:defRPr sz="2800"/>
            </a:pPr>
            <a:r>
              <a:t>Data persistence using </a:t>
            </a:r>
            <a:r>
              <a:rPr>
                <a:latin typeface="Arial"/>
                <a:ea typeface="Arial"/>
                <a:cs typeface="Arial"/>
                <a:sym typeface="Arial"/>
              </a:rPr>
              <a:t>MySql </a:t>
            </a:r>
            <a:r>
              <a:t>Database. </a:t>
            </a:r>
          </a:p>
          <a:p>
            <a:pPr marL="457200" indent="-457200">
              <a:buSzPct val="100000"/>
              <a:buFont typeface="Arial"/>
              <a:buChar char="•"/>
              <a:defRPr sz="2800"/>
            </a:pPr>
            <a:r>
              <a:t>Real-time updates for users. </a:t>
            </a:r>
          </a:p>
          <a:p>
            <a:pPr marL="457200" indent="-457200">
              <a:buSzPct val="100000"/>
              <a:buFont typeface="Arial"/>
              <a:buChar char="•"/>
              <a:defRPr sz="2800"/>
            </a:pPr>
            <a:r>
              <a:t>Improves coordination and reduces manual work. </a:t>
            </a:r>
          </a:p>
          <a:p>
            <a:pPr marL="457200" indent="-457200">
              <a:buSzPct val="100000"/>
              <a:buFont typeface="Arial"/>
              <a:buChar char="•"/>
              <a:defRPr sz="2800"/>
            </a:pPr>
            <a:r>
              <a:t>User-friendly and responsive interface.</a:t>
            </a:r>
          </a:p>
          <a:p>
            <a:pPr marL="457200" indent="-457200">
              <a:buSzPct val="100000"/>
              <a:buChar char="-"/>
              <a:defRPr sz="2800"/>
            </a:pPr>
          </a:p>
          <a:p>
            <a:pPr>
              <a:defRPr b="1" sz="2800">
                <a:solidFill>
                  <a:srgbClr val="0033CC"/>
                </a:solidFill>
              </a:defRPr>
            </a:pPr>
            <a:r>
              <a:t>Limitations:</a:t>
            </a:r>
          </a:p>
          <a:p>
            <a:pPr marL="457200" indent="-457200">
              <a:buSzPct val="100000"/>
              <a:buFont typeface="Arial"/>
              <a:buChar char="•"/>
              <a:defRPr sz="2800"/>
            </a:pPr>
            <a:r>
              <a:t>Limited scalability for large-scale usage.</a:t>
            </a:r>
          </a:p>
          <a:p>
            <a:pPr marL="457200" indent="-457200">
              <a:buSzPct val="100000"/>
              <a:buFont typeface="Arial"/>
              <a:buChar char="•"/>
              <a:defRPr sz="2800"/>
            </a:pPr>
            <a:r>
              <a:t>Basic notification system email only.</a:t>
            </a:r>
          </a:p>
          <a:p>
            <a:pPr marL="457200" indent="-457200">
              <a:buSzPct val="100000"/>
              <a:buFont typeface="Arial"/>
              <a:buChar char="•"/>
              <a:defRPr sz="2800"/>
            </a:pPr>
            <a:r>
              <a:t>Less support for advanced analytics features.</a:t>
            </a:r>
          </a:p>
          <a:p>
            <a:pPr marL="457200" indent="-457200">
              <a:buSzPct val="100000"/>
              <a:buFont typeface="Arial"/>
              <a:buChar char="•"/>
              <a:defRPr sz="2800"/>
            </a:pPr>
            <a:r>
              <a:t>Data security depends on implementation.</a:t>
            </a:r>
          </a:p>
          <a:p>
            <a:pPr marL="457200" indent="-457200">
              <a:buSzPct val="100000"/>
              <a:buChar char="-"/>
              <a:defRPr sz="2800"/>
            </a:pPr>
          </a:p>
          <a:p>
            <a:pPr marL="457200" indent="-457200">
              <a:buSzPct val="100000"/>
              <a:buChar char="-"/>
              <a:defRPr sz="2800"/>
            </a:pPr>
          </a:p>
          <a:p>
            <a:pPr marL="457200" indent="-457200">
              <a:buSzPct val="100000"/>
              <a:buChar char="-"/>
              <a:defRPr sz="2800"/>
            </a:pP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E"/>
        </a:solidFill>
      </p:bgPr>
    </p:bg>
    <p:spTree>
      <p:nvGrpSpPr>
        <p:cNvPr id="1" name=""/>
        <p:cNvGrpSpPr/>
        <p:nvPr/>
      </p:nvGrpSpPr>
      <p:grpSpPr>
        <a:xfrm>
          <a:off x="0" y="0"/>
          <a:ext cx="0" cy="0"/>
          <a:chOff x="0" y="0"/>
          <a:chExt cx="0" cy="0"/>
        </a:xfrm>
      </p:grpSpPr>
      <p:sp>
        <p:nvSpPr>
          <p:cNvPr id="550" name="Freeform 32"/>
          <p:cNvSpPr/>
          <p:nvPr/>
        </p:nvSpPr>
        <p:spPr>
          <a:xfrm>
            <a:off x="16313419" y="1028700"/>
            <a:ext cx="945881" cy="236470"/>
          </a:xfrm>
          <a:prstGeom prst="rect">
            <a:avLst/>
          </a:prstGeom>
          <a:blipFill>
            <a:blip r:embed="rId2"/>
            <a:stretch>
              <a:fillRect/>
            </a:stretch>
          </a:blipFill>
          <a:ln w="12700">
            <a:miter lim="400000"/>
          </a:ln>
        </p:spPr>
        <p:txBody>
          <a:bodyPr lIns="45719" rIns="45719"/>
          <a:lstStyle/>
          <a:p>
            <a:pPr/>
          </a:p>
        </p:txBody>
      </p:sp>
      <p:sp>
        <p:nvSpPr>
          <p:cNvPr id="551" name="TextBox 43"/>
          <p:cNvSpPr txBox="1"/>
          <p:nvPr/>
        </p:nvSpPr>
        <p:spPr>
          <a:xfrm>
            <a:off x="3200400" y="4486171"/>
            <a:ext cx="11159653" cy="13503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10100"/>
              </a:lnSpc>
              <a:defRPr b="1" i="1" sz="11100">
                <a:solidFill>
                  <a:srgbClr val="191919"/>
                </a:solidFill>
                <a:latin typeface="Gotham Bold Italics"/>
                <a:ea typeface="Gotham Bold Italics"/>
                <a:cs typeface="Gotham Bold Italics"/>
                <a:sym typeface="Gotham Bold Italics"/>
              </a:defRPr>
            </a:lvl1pPr>
          </a:lstStyle>
          <a:p>
            <a:pPr/>
            <a:r>
              <a:t>Thank you</a:t>
            </a:r>
          </a:p>
        </p:txBody>
      </p:sp>
      <p:sp>
        <p:nvSpPr>
          <p:cNvPr id="552" name="Freeform 45"/>
          <p:cNvSpPr/>
          <p:nvPr/>
        </p:nvSpPr>
        <p:spPr>
          <a:xfrm>
            <a:off x="16786359" y="-353712"/>
            <a:ext cx="10994425" cy="10994424"/>
          </a:xfrm>
          <a:prstGeom prst="ellipse">
            <a:avLst/>
          </a:prstGeom>
          <a:ln w="619125" cap="sq">
            <a:solidFill>
              <a:srgbClr val="FD6220">
                <a:alpha val="11765"/>
              </a:srgbClr>
            </a:solidFill>
            <a:miter/>
          </a:ln>
        </p:spPr>
        <p:txBody>
          <a:bodyPr lIns="45719" rIns="45719"/>
          <a:lstStyle/>
          <a:p>
            <a:pP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